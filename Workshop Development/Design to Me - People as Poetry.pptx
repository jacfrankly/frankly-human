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692000" cx="1512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A4A3A4"/>
          </p15:clr>
        </p15:guide>
        <p15:guide id="2" pos="47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476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0e541861d4_3_1048: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0e541861d4_3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e541861d4_3_1472: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e541861d4_3_1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e541861d4_3_1600: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e541861d4_3_1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CONNECTION</a:t>
            </a:r>
            <a:endParaRPr/>
          </a:p>
          <a:p>
            <a:pPr indent="0" lvl="0" marL="0" rtl="0" algn="l">
              <a:spcBef>
                <a:spcPts val="0"/>
              </a:spcBef>
              <a:spcAft>
                <a:spcPts val="0"/>
              </a:spcAft>
              <a:buNone/>
            </a:pPr>
            <a:r>
              <a:rPr lang="en"/>
              <a:t>Connections, relationships &amp; humanity.</a:t>
            </a:r>
            <a:endParaRPr/>
          </a:p>
          <a:p>
            <a:pPr indent="0" lvl="0" marL="0" rtl="0" algn="l">
              <a:spcBef>
                <a:spcPts val="0"/>
              </a:spcBef>
              <a:spcAft>
                <a:spcPts val="0"/>
              </a:spcAft>
              <a:buNone/>
            </a:pPr>
            <a:r>
              <a:rPr lang="en"/>
              <a:t>Refer Sawubona, tribes and communities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0e541861d4_3_1273: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0e541861d4_3_1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https://www.forbes.com/sites/robdube/2021/04/13/4-ways-sharon-salzberg-says-loving-kindness-can-change-your-life/?sh=29e8b3776698</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0e541861d4_3_1616: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0e541861d4_3_1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Question: how do I have to be in order for you to be free?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0e541861d4_3_1851: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0e541861d4_3_1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1" name="Google Shape;11;p2"/>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12" name="Google Shape;12;p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15409" y="4471058"/>
            <a:ext cx="14089200" cy="1749900"/>
          </a:xfrm>
          <a:prstGeom prst="rect">
            <a:avLst/>
          </a:prstGeom>
        </p:spPr>
        <p:txBody>
          <a:bodyPr anchorCtr="0" anchor="ctr" bIns="164125" lIns="164125" spcFirstLastPara="1" rIns="164125" wrap="square" tIns="164125">
            <a:norm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p:txBody>
      </p:sp>
      <p:sp>
        <p:nvSpPr>
          <p:cNvPr id="15" name="Google Shape;15;p3"/>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18" name="Google Shape;18;p4"/>
          <p:cNvSpPr txBox="1"/>
          <p:nvPr>
            <p:ph idx="1" type="body"/>
          </p:nvPr>
        </p:nvSpPr>
        <p:spPr>
          <a:xfrm>
            <a:off x="515409" y="2395696"/>
            <a:ext cx="14089200" cy="7101900"/>
          </a:xfrm>
          <a:prstGeom prst="rect">
            <a:avLst/>
          </a:prstGeom>
        </p:spPr>
        <p:txBody>
          <a:bodyPr anchorCtr="0" anchor="t"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19" name="Google Shape;19;p4"/>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2" name="Google Shape;22;p5"/>
          <p:cNvSpPr txBox="1"/>
          <p:nvPr>
            <p:ph idx="1" type="body"/>
          </p:nvPr>
        </p:nvSpPr>
        <p:spPr>
          <a:xfrm>
            <a:off x="515409"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3" name="Google Shape;23;p5"/>
          <p:cNvSpPr txBox="1"/>
          <p:nvPr>
            <p:ph idx="2" type="body"/>
          </p:nvPr>
        </p:nvSpPr>
        <p:spPr>
          <a:xfrm>
            <a:off x="7990583"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4" name="Google Shape;24;p5"/>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7" name="Google Shape;27;p6"/>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15409" y="1154948"/>
            <a:ext cx="4643100" cy="1570800"/>
          </a:xfrm>
          <a:prstGeom prst="rect">
            <a:avLst/>
          </a:prstGeom>
        </p:spPr>
        <p:txBody>
          <a:bodyPr anchorCtr="0" anchor="b" bIns="164125" lIns="164125" spcFirstLastPara="1" rIns="164125" wrap="square" tIns="164125">
            <a:normAutofit/>
          </a:bodyPr>
          <a:lstStyle>
            <a:lvl1pPr lvl="0">
              <a:spcBef>
                <a:spcPts val="0"/>
              </a:spcBef>
              <a:spcAft>
                <a:spcPts val="0"/>
              </a:spcAft>
              <a:buSzPts val="4300"/>
              <a:buNone/>
              <a:defRPr sz="4300"/>
            </a:lvl1pPr>
            <a:lvl2pPr lvl="1">
              <a:spcBef>
                <a:spcPts val="0"/>
              </a:spcBef>
              <a:spcAft>
                <a:spcPts val="0"/>
              </a:spcAft>
              <a:buSzPts val="4300"/>
              <a:buNone/>
              <a:defRPr sz="4300"/>
            </a:lvl2pPr>
            <a:lvl3pPr lvl="2">
              <a:spcBef>
                <a:spcPts val="0"/>
              </a:spcBef>
              <a:spcAft>
                <a:spcPts val="0"/>
              </a:spcAft>
              <a:buSzPts val="4300"/>
              <a:buNone/>
              <a:defRPr sz="4300"/>
            </a:lvl3pPr>
            <a:lvl4pPr lvl="3">
              <a:spcBef>
                <a:spcPts val="0"/>
              </a:spcBef>
              <a:spcAft>
                <a:spcPts val="0"/>
              </a:spcAft>
              <a:buSzPts val="4300"/>
              <a:buNone/>
              <a:defRPr sz="4300"/>
            </a:lvl4pPr>
            <a:lvl5pPr lvl="4">
              <a:spcBef>
                <a:spcPts val="0"/>
              </a:spcBef>
              <a:spcAft>
                <a:spcPts val="0"/>
              </a:spcAft>
              <a:buSzPts val="4300"/>
              <a:buNone/>
              <a:defRPr sz="4300"/>
            </a:lvl5pPr>
            <a:lvl6pPr lvl="5">
              <a:spcBef>
                <a:spcPts val="0"/>
              </a:spcBef>
              <a:spcAft>
                <a:spcPts val="0"/>
              </a:spcAft>
              <a:buSzPts val="4300"/>
              <a:buNone/>
              <a:defRPr sz="4300"/>
            </a:lvl6pPr>
            <a:lvl7pPr lvl="6">
              <a:spcBef>
                <a:spcPts val="0"/>
              </a:spcBef>
              <a:spcAft>
                <a:spcPts val="0"/>
              </a:spcAft>
              <a:buSzPts val="4300"/>
              <a:buNone/>
              <a:defRPr sz="4300"/>
            </a:lvl7pPr>
            <a:lvl8pPr lvl="7">
              <a:spcBef>
                <a:spcPts val="0"/>
              </a:spcBef>
              <a:spcAft>
                <a:spcPts val="0"/>
              </a:spcAft>
              <a:buSzPts val="4300"/>
              <a:buNone/>
              <a:defRPr sz="4300"/>
            </a:lvl8pPr>
            <a:lvl9pPr lvl="8">
              <a:spcBef>
                <a:spcPts val="0"/>
              </a:spcBef>
              <a:spcAft>
                <a:spcPts val="0"/>
              </a:spcAft>
              <a:buSzPts val="4300"/>
              <a:buNone/>
              <a:defRPr sz="4300"/>
            </a:lvl9pPr>
          </a:lstStyle>
          <a:p/>
        </p:txBody>
      </p:sp>
      <p:sp>
        <p:nvSpPr>
          <p:cNvPr id="30" name="Google Shape;30;p7"/>
          <p:cNvSpPr txBox="1"/>
          <p:nvPr>
            <p:ph idx="1" type="body"/>
          </p:nvPr>
        </p:nvSpPr>
        <p:spPr>
          <a:xfrm>
            <a:off x="515409" y="2888617"/>
            <a:ext cx="4643100" cy="6609000"/>
          </a:xfrm>
          <a:prstGeom prst="rect">
            <a:avLst/>
          </a:prstGeom>
        </p:spPr>
        <p:txBody>
          <a:bodyPr anchorCtr="0" anchor="t" bIns="164125" lIns="164125" spcFirstLastPara="1" rIns="164125" wrap="square" tIns="164125">
            <a:normAutofit/>
          </a:bodyPr>
          <a:lstStyle>
            <a:lvl1pPr indent="-368300" lvl="0" marL="457200">
              <a:spcBef>
                <a:spcPts val="0"/>
              </a:spcBef>
              <a:spcAft>
                <a:spcPts val="0"/>
              </a:spcAft>
              <a:buSzPts val="2200"/>
              <a:buChar char="●"/>
              <a:defRPr sz="22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31" name="Google Shape;31;p7"/>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10650" y="935745"/>
            <a:ext cx="10529400" cy="8503800"/>
          </a:xfrm>
          <a:prstGeom prst="rect">
            <a:avLst/>
          </a:prstGeom>
        </p:spPr>
        <p:txBody>
          <a:bodyPr anchorCtr="0" anchor="ctr" bIns="164125" lIns="164125" spcFirstLastPara="1" rIns="164125" wrap="square" tIns="164125">
            <a:normAutofit/>
          </a:bodyPr>
          <a:lstStyle>
            <a:lvl1pPr lvl="0">
              <a:spcBef>
                <a:spcPts val="0"/>
              </a:spcBef>
              <a:spcAft>
                <a:spcPts val="0"/>
              </a:spcAft>
              <a:buSzPts val="8600"/>
              <a:buNone/>
              <a:defRPr sz="8600"/>
            </a:lvl1pPr>
            <a:lvl2pPr lvl="1">
              <a:spcBef>
                <a:spcPts val="0"/>
              </a:spcBef>
              <a:spcAft>
                <a:spcPts val="0"/>
              </a:spcAft>
              <a:buSzPts val="8600"/>
              <a:buNone/>
              <a:defRPr sz="8600"/>
            </a:lvl2pPr>
            <a:lvl3pPr lvl="2">
              <a:spcBef>
                <a:spcPts val="0"/>
              </a:spcBef>
              <a:spcAft>
                <a:spcPts val="0"/>
              </a:spcAft>
              <a:buSzPts val="8600"/>
              <a:buNone/>
              <a:defRPr sz="8600"/>
            </a:lvl3pPr>
            <a:lvl4pPr lvl="3">
              <a:spcBef>
                <a:spcPts val="0"/>
              </a:spcBef>
              <a:spcAft>
                <a:spcPts val="0"/>
              </a:spcAft>
              <a:buSzPts val="8600"/>
              <a:buNone/>
              <a:defRPr sz="8600"/>
            </a:lvl4pPr>
            <a:lvl5pPr lvl="4">
              <a:spcBef>
                <a:spcPts val="0"/>
              </a:spcBef>
              <a:spcAft>
                <a:spcPts val="0"/>
              </a:spcAft>
              <a:buSzPts val="8600"/>
              <a:buNone/>
              <a:defRPr sz="8600"/>
            </a:lvl5pPr>
            <a:lvl6pPr lvl="5">
              <a:spcBef>
                <a:spcPts val="0"/>
              </a:spcBef>
              <a:spcAft>
                <a:spcPts val="0"/>
              </a:spcAft>
              <a:buSzPts val="8600"/>
              <a:buNone/>
              <a:defRPr sz="8600"/>
            </a:lvl6pPr>
            <a:lvl7pPr lvl="6">
              <a:spcBef>
                <a:spcPts val="0"/>
              </a:spcBef>
              <a:spcAft>
                <a:spcPts val="0"/>
              </a:spcAft>
              <a:buSzPts val="8600"/>
              <a:buNone/>
              <a:defRPr sz="8600"/>
            </a:lvl7pPr>
            <a:lvl8pPr lvl="7">
              <a:spcBef>
                <a:spcPts val="0"/>
              </a:spcBef>
              <a:spcAft>
                <a:spcPts val="0"/>
              </a:spcAft>
              <a:buSzPts val="8600"/>
              <a:buNone/>
              <a:defRPr sz="8600"/>
            </a:lvl8pPr>
            <a:lvl9pPr lvl="8">
              <a:spcBef>
                <a:spcPts val="0"/>
              </a:spcBef>
              <a:spcAft>
                <a:spcPts val="0"/>
              </a:spcAft>
              <a:buSzPts val="8600"/>
              <a:buNone/>
              <a:defRPr sz="8600"/>
            </a:lvl9pPr>
          </a:lstStyle>
          <a:p/>
        </p:txBody>
      </p:sp>
      <p:sp>
        <p:nvSpPr>
          <p:cNvPr id="34" name="Google Shape;34;p8"/>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560000" y="-260"/>
            <a:ext cx="7560000" cy="10692000"/>
          </a:xfrm>
          <a:prstGeom prst="rect">
            <a:avLst/>
          </a:prstGeom>
          <a:solidFill>
            <a:schemeClr val="lt2"/>
          </a:solidFill>
          <a:ln>
            <a:noFill/>
          </a:ln>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39016" y="2563450"/>
            <a:ext cx="6688800" cy="30813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7500"/>
              <a:buNone/>
              <a:defRPr sz="7500"/>
            </a:lvl1pPr>
            <a:lvl2pPr lvl="1" algn="ctr">
              <a:spcBef>
                <a:spcPts val="0"/>
              </a:spcBef>
              <a:spcAft>
                <a:spcPts val="0"/>
              </a:spcAft>
              <a:buSzPts val="7500"/>
              <a:buNone/>
              <a:defRPr sz="7500"/>
            </a:lvl2pPr>
            <a:lvl3pPr lvl="2" algn="ctr">
              <a:spcBef>
                <a:spcPts val="0"/>
              </a:spcBef>
              <a:spcAft>
                <a:spcPts val="0"/>
              </a:spcAft>
              <a:buSzPts val="7500"/>
              <a:buNone/>
              <a:defRPr sz="7500"/>
            </a:lvl3pPr>
            <a:lvl4pPr lvl="3" algn="ctr">
              <a:spcBef>
                <a:spcPts val="0"/>
              </a:spcBef>
              <a:spcAft>
                <a:spcPts val="0"/>
              </a:spcAft>
              <a:buSzPts val="7500"/>
              <a:buNone/>
              <a:defRPr sz="7500"/>
            </a:lvl4pPr>
            <a:lvl5pPr lvl="4" algn="ctr">
              <a:spcBef>
                <a:spcPts val="0"/>
              </a:spcBef>
              <a:spcAft>
                <a:spcPts val="0"/>
              </a:spcAft>
              <a:buSzPts val="7500"/>
              <a:buNone/>
              <a:defRPr sz="7500"/>
            </a:lvl5pPr>
            <a:lvl6pPr lvl="5" algn="ctr">
              <a:spcBef>
                <a:spcPts val="0"/>
              </a:spcBef>
              <a:spcAft>
                <a:spcPts val="0"/>
              </a:spcAft>
              <a:buSzPts val="7500"/>
              <a:buNone/>
              <a:defRPr sz="7500"/>
            </a:lvl6pPr>
            <a:lvl7pPr lvl="6" algn="ctr">
              <a:spcBef>
                <a:spcPts val="0"/>
              </a:spcBef>
              <a:spcAft>
                <a:spcPts val="0"/>
              </a:spcAft>
              <a:buSzPts val="7500"/>
              <a:buNone/>
              <a:defRPr sz="7500"/>
            </a:lvl7pPr>
            <a:lvl8pPr lvl="7" algn="ctr">
              <a:spcBef>
                <a:spcPts val="0"/>
              </a:spcBef>
              <a:spcAft>
                <a:spcPts val="0"/>
              </a:spcAft>
              <a:buSzPts val="7500"/>
              <a:buNone/>
              <a:defRPr sz="7500"/>
            </a:lvl8pPr>
            <a:lvl9pPr lvl="8" algn="ctr">
              <a:spcBef>
                <a:spcPts val="0"/>
              </a:spcBef>
              <a:spcAft>
                <a:spcPts val="0"/>
              </a:spcAft>
              <a:buSzPts val="7500"/>
              <a:buNone/>
              <a:defRPr sz="7500"/>
            </a:lvl9pPr>
          </a:lstStyle>
          <a:p/>
        </p:txBody>
      </p:sp>
      <p:sp>
        <p:nvSpPr>
          <p:cNvPr id="38" name="Google Shape;38;p9"/>
          <p:cNvSpPr txBox="1"/>
          <p:nvPr>
            <p:ph idx="1" type="subTitle"/>
          </p:nvPr>
        </p:nvSpPr>
        <p:spPr>
          <a:xfrm>
            <a:off x="439016" y="5826865"/>
            <a:ext cx="6688800" cy="25674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9" name="Google Shape;39;p9"/>
          <p:cNvSpPr txBox="1"/>
          <p:nvPr>
            <p:ph idx="2" type="body"/>
          </p:nvPr>
        </p:nvSpPr>
        <p:spPr>
          <a:xfrm>
            <a:off x="8167677" y="1505164"/>
            <a:ext cx="6344700" cy="7681200"/>
          </a:xfrm>
          <a:prstGeom prst="rect">
            <a:avLst/>
          </a:prstGeom>
        </p:spPr>
        <p:txBody>
          <a:bodyPr anchorCtr="0" anchor="ctr"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40" name="Google Shape;40;p9"/>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15409" y="8794266"/>
            <a:ext cx="9919200" cy="1257900"/>
          </a:xfrm>
          <a:prstGeom prst="rect">
            <a:avLst/>
          </a:prstGeom>
        </p:spPr>
        <p:txBody>
          <a:bodyPr anchorCtr="0" anchor="ctr" bIns="164125" lIns="164125" spcFirstLastPara="1" rIns="164125" wrap="square" tIns="164125">
            <a:normAutofit/>
          </a:bodyPr>
          <a:lstStyle>
            <a:lvl1pPr indent="-228600" lvl="0" marL="457200">
              <a:lnSpc>
                <a:spcPct val="100000"/>
              </a:lnSpc>
              <a:spcBef>
                <a:spcPts val="0"/>
              </a:spcBef>
              <a:spcAft>
                <a:spcPts val="0"/>
              </a:spcAft>
              <a:buSzPts val="3200"/>
              <a:buNone/>
              <a:defRPr/>
            </a:lvl1pPr>
          </a:lstStyle>
          <a:p/>
        </p:txBody>
      </p:sp>
      <p:sp>
        <p:nvSpPr>
          <p:cNvPr id="43" name="Google Shape;43;p10"/>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15409" y="2299346"/>
            <a:ext cx="14089200" cy="40815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21500"/>
              <a:buNone/>
              <a:defRPr sz="21500"/>
            </a:lvl1pPr>
            <a:lvl2pPr lvl="1" algn="ctr">
              <a:spcBef>
                <a:spcPts val="0"/>
              </a:spcBef>
              <a:spcAft>
                <a:spcPts val="0"/>
              </a:spcAft>
              <a:buSzPts val="21500"/>
              <a:buNone/>
              <a:defRPr sz="21500"/>
            </a:lvl2pPr>
            <a:lvl3pPr lvl="2" algn="ctr">
              <a:spcBef>
                <a:spcPts val="0"/>
              </a:spcBef>
              <a:spcAft>
                <a:spcPts val="0"/>
              </a:spcAft>
              <a:buSzPts val="21500"/>
              <a:buNone/>
              <a:defRPr sz="21500"/>
            </a:lvl3pPr>
            <a:lvl4pPr lvl="3" algn="ctr">
              <a:spcBef>
                <a:spcPts val="0"/>
              </a:spcBef>
              <a:spcAft>
                <a:spcPts val="0"/>
              </a:spcAft>
              <a:buSzPts val="21500"/>
              <a:buNone/>
              <a:defRPr sz="21500"/>
            </a:lvl4pPr>
            <a:lvl5pPr lvl="4" algn="ctr">
              <a:spcBef>
                <a:spcPts val="0"/>
              </a:spcBef>
              <a:spcAft>
                <a:spcPts val="0"/>
              </a:spcAft>
              <a:buSzPts val="21500"/>
              <a:buNone/>
              <a:defRPr sz="21500"/>
            </a:lvl5pPr>
            <a:lvl6pPr lvl="5" algn="ctr">
              <a:spcBef>
                <a:spcPts val="0"/>
              </a:spcBef>
              <a:spcAft>
                <a:spcPts val="0"/>
              </a:spcAft>
              <a:buSzPts val="21500"/>
              <a:buNone/>
              <a:defRPr sz="21500"/>
            </a:lvl6pPr>
            <a:lvl7pPr lvl="6" algn="ctr">
              <a:spcBef>
                <a:spcPts val="0"/>
              </a:spcBef>
              <a:spcAft>
                <a:spcPts val="0"/>
              </a:spcAft>
              <a:buSzPts val="21500"/>
              <a:buNone/>
              <a:defRPr sz="21500"/>
            </a:lvl7pPr>
            <a:lvl8pPr lvl="7" algn="ctr">
              <a:spcBef>
                <a:spcPts val="0"/>
              </a:spcBef>
              <a:spcAft>
                <a:spcPts val="0"/>
              </a:spcAft>
              <a:buSzPts val="21500"/>
              <a:buNone/>
              <a:defRPr sz="21500"/>
            </a:lvl8pPr>
            <a:lvl9pPr lvl="8" algn="ctr">
              <a:spcBef>
                <a:spcPts val="0"/>
              </a:spcBef>
              <a:spcAft>
                <a:spcPts val="0"/>
              </a:spcAft>
              <a:buSzPts val="21500"/>
              <a:buNone/>
              <a:defRPr sz="21500"/>
            </a:lvl9pPr>
          </a:lstStyle>
          <a:p>
            <a:r>
              <a:t>xx%</a:t>
            </a:r>
          </a:p>
        </p:txBody>
      </p:sp>
      <p:sp>
        <p:nvSpPr>
          <p:cNvPr id="46" name="Google Shape;46;p11"/>
          <p:cNvSpPr txBox="1"/>
          <p:nvPr>
            <p:ph idx="1" type="body"/>
          </p:nvPr>
        </p:nvSpPr>
        <p:spPr>
          <a:xfrm>
            <a:off x="515409" y="6552657"/>
            <a:ext cx="14089200" cy="2703900"/>
          </a:xfrm>
          <a:prstGeom prst="rect">
            <a:avLst/>
          </a:prstGeom>
        </p:spPr>
        <p:txBody>
          <a:bodyPr anchorCtr="0" anchor="t" bIns="164125" lIns="164125" spcFirstLastPara="1" rIns="164125" wrap="square" tIns="164125">
            <a:normAutofit/>
          </a:bodyPr>
          <a:lstStyle>
            <a:lvl1pPr indent="-431800" lvl="0" marL="457200" algn="ctr">
              <a:spcBef>
                <a:spcPts val="0"/>
              </a:spcBef>
              <a:spcAft>
                <a:spcPts val="0"/>
              </a:spcAft>
              <a:buSzPts val="3200"/>
              <a:buChar char="●"/>
              <a:defRPr/>
            </a:lvl1pPr>
            <a:lvl2pPr indent="-387350" lvl="1" marL="914400" algn="ctr">
              <a:spcBef>
                <a:spcPts val="0"/>
              </a:spcBef>
              <a:spcAft>
                <a:spcPts val="0"/>
              </a:spcAft>
              <a:buSzPts val="2500"/>
              <a:buChar char="○"/>
              <a:defRPr/>
            </a:lvl2pPr>
            <a:lvl3pPr indent="-387350" lvl="2" marL="1371600" algn="ctr">
              <a:spcBef>
                <a:spcPts val="0"/>
              </a:spcBef>
              <a:spcAft>
                <a:spcPts val="0"/>
              </a:spcAft>
              <a:buSzPts val="2500"/>
              <a:buChar char="■"/>
              <a:defRPr/>
            </a:lvl3pPr>
            <a:lvl4pPr indent="-387350" lvl="3" marL="1828800" algn="ctr">
              <a:spcBef>
                <a:spcPts val="0"/>
              </a:spcBef>
              <a:spcAft>
                <a:spcPts val="0"/>
              </a:spcAft>
              <a:buSzPts val="2500"/>
              <a:buChar char="●"/>
              <a:defRPr/>
            </a:lvl4pPr>
            <a:lvl5pPr indent="-387350" lvl="4" marL="2286000" algn="ctr">
              <a:spcBef>
                <a:spcPts val="0"/>
              </a:spcBef>
              <a:spcAft>
                <a:spcPts val="0"/>
              </a:spcAft>
              <a:buSzPts val="2500"/>
              <a:buChar char="○"/>
              <a:defRPr/>
            </a:lvl5pPr>
            <a:lvl6pPr indent="-387350" lvl="5" marL="2743200" algn="ctr">
              <a:spcBef>
                <a:spcPts val="0"/>
              </a:spcBef>
              <a:spcAft>
                <a:spcPts val="0"/>
              </a:spcAft>
              <a:buSzPts val="2500"/>
              <a:buChar char="■"/>
              <a:defRPr/>
            </a:lvl6pPr>
            <a:lvl7pPr indent="-387350" lvl="6" marL="3200400" algn="ctr">
              <a:spcBef>
                <a:spcPts val="0"/>
              </a:spcBef>
              <a:spcAft>
                <a:spcPts val="0"/>
              </a:spcAft>
              <a:buSzPts val="2500"/>
              <a:buChar char="●"/>
              <a:defRPr/>
            </a:lvl7pPr>
            <a:lvl8pPr indent="-387350" lvl="7" marL="3657600" algn="ctr">
              <a:spcBef>
                <a:spcPts val="0"/>
              </a:spcBef>
              <a:spcAft>
                <a:spcPts val="0"/>
              </a:spcAft>
              <a:buSzPts val="2500"/>
              <a:buChar char="○"/>
              <a:defRPr/>
            </a:lvl8pPr>
            <a:lvl9pPr indent="-387350" lvl="8" marL="4114800" algn="ctr">
              <a:spcBef>
                <a:spcPts val="0"/>
              </a:spcBef>
              <a:spcAft>
                <a:spcPts val="0"/>
              </a:spcAft>
              <a:buSzPts val="2500"/>
              <a:buChar char="■"/>
              <a:defRPr/>
            </a:lvl9pPr>
          </a:lstStyle>
          <a:p/>
        </p:txBody>
      </p:sp>
      <p:sp>
        <p:nvSpPr>
          <p:cNvPr id="47" name="Google Shape;47;p11"/>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5409" y="925091"/>
            <a:ext cx="14089200" cy="1190400"/>
          </a:xfrm>
          <a:prstGeom prst="rect">
            <a:avLst/>
          </a:prstGeom>
          <a:noFill/>
          <a:ln>
            <a:noFill/>
          </a:ln>
        </p:spPr>
        <p:txBody>
          <a:bodyPr anchorCtr="0" anchor="t" bIns="164125" lIns="164125" spcFirstLastPara="1" rIns="164125" wrap="square" tIns="164125">
            <a:normAutofit/>
          </a:bodyPr>
          <a:lstStyle>
            <a:lvl1pPr lvl="0">
              <a:spcBef>
                <a:spcPts val="0"/>
              </a:spcBef>
              <a:spcAft>
                <a:spcPts val="0"/>
              </a:spcAft>
              <a:buClr>
                <a:schemeClr val="dk1"/>
              </a:buClr>
              <a:buSzPts val="5000"/>
              <a:buNone/>
              <a:defRPr sz="5000">
                <a:solidFill>
                  <a:schemeClr val="dk1"/>
                </a:solidFill>
              </a:defRPr>
            </a:lvl1pPr>
            <a:lvl2pPr lvl="1">
              <a:spcBef>
                <a:spcPts val="0"/>
              </a:spcBef>
              <a:spcAft>
                <a:spcPts val="0"/>
              </a:spcAft>
              <a:buClr>
                <a:schemeClr val="dk1"/>
              </a:buClr>
              <a:buSzPts val="5000"/>
              <a:buNone/>
              <a:defRPr sz="5000">
                <a:solidFill>
                  <a:schemeClr val="dk1"/>
                </a:solidFill>
              </a:defRPr>
            </a:lvl2pPr>
            <a:lvl3pPr lvl="2">
              <a:spcBef>
                <a:spcPts val="0"/>
              </a:spcBef>
              <a:spcAft>
                <a:spcPts val="0"/>
              </a:spcAft>
              <a:buClr>
                <a:schemeClr val="dk1"/>
              </a:buClr>
              <a:buSzPts val="5000"/>
              <a:buNone/>
              <a:defRPr sz="5000">
                <a:solidFill>
                  <a:schemeClr val="dk1"/>
                </a:solidFill>
              </a:defRPr>
            </a:lvl3pPr>
            <a:lvl4pPr lvl="3">
              <a:spcBef>
                <a:spcPts val="0"/>
              </a:spcBef>
              <a:spcAft>
                <a:spcPts val="0"/>
              </a:spcAft>
              <a:buClr>
                <a:schemeClr val="dk1"/>
              </a:buClr>
              <a:buSzPts val="5000"/>
              <a:buNone/>
              <a:defRPr sz="5000">
                <a:solidFill>
                  <a:schemeClr val="dk1"/>
                </a:solidFill>
              </a:defRPr>
            </a:lvl4pPr>
            <a:lvl5pPr lvl="4">
              <a:spcBef>
                <a:spcPts val="0"/>
              </a:spcBef>
              <a:spcAft>
                <a:spcPts val="0"/>
              </a:spcAft>
              <a:buClr>
                <a:schemeClr val="dk1"/>
              </a:buClr>
              <a:buSzPts val="5000"/>
              <a:buNone/>
              <a:defRPr sz="5000">
                <a:solidFill>
                  <a:schemeClr val="dk1"/>
                </a:solidFill>
              </a:defRPr>
            </a:lvl5pPr>
            <a:lvl6pPr lvl="5">
              <a:spcBef>
                <a:spcPts val="0"/>
              </a:spcBef>
              <a:spcAft>
                <a:spcPts val="0"/>
              </a:spcAft>
              <a:buClr>
                <a:schemeClr val="dk1"/>
              </a:buClr>
              <a:buSzPts val="5000"/>
              <a:buNone/>
              <a:defRPr sz="5000">
                <a:solidFill>
                  <a:schemeClr val="dk1"/>
                </a:solidFill>
              </a:defRPr>
            </a:lvl6pPr>
            <a:lvl7pPr lvl="6">
              <a:spcBef>
                <a:spcPts val="0"/>
              </a:spcBef>
              <a:spcAft>
                <a:spcPts val="0"/>
              </a:spcAft>
              <a:buClr>
                <a:schemeClr val="dk1"/>
              </a:buClr>
              <a:buSzPts val="5000"/>
              <a:buNone/>
              <a:defRPr sz="5000">
                <a:solidFill>
                  <a:schemeClr val="dk1"/>
                </a:solidFill>
              </a:defRPr>
            </a:lvl7pPr>
            <a:lvl8pPr lvl="7">
              <a:spcBef>
                <a:spcPts val="0"/>
              </a:spcBef>
              <a:spcAft>
                <a:spcPts val="0"/>
              </a:spcAft>
              <a:buClr>
                <a:schemeClr val="dk1"/>
              </a:buClr>
              <a:buSzPts val="5000"/>
              <a:buNone/>
              <a:defRPr sz="5000">
                <a:solidFill>
                  <a:schemeClr val="dk1"/>
                </a:solidFill>
              </a:defRPr>
            </a:lvl8pPr>
            <a:lvl9pPr lvl="8">
              <a:spcBef>
                <a:spcPts val="0"/>
              </a:spcBef>
              <a:spcAft>
                <a:spcPts val="0"/>
              </a:spcAft>
              <a:buClr>
                <a:schemeClr val="dk1"/>
              </a:buClr>
              <a:buSzPts val="5000"/>
              <a:buNone/>
              <a:defRPr sz="5000">
                <a:solidFill>
                  <a:schemeClr val="dk1"/>
                </a:solidFill>
              </a:defRPr>
            </a:lvl9pPr>
          </a:lstStyle>
          <a:p/>
        </p:txBody>
      </p:sp>
      <p:sp>
        <p:nvSpPr>
          <p:cNvPr id="7" name="Google Shape;7;p1"/>
          <p:cNvSpPr txBox="1"/>
          <p:nvPr>
            <p:ph idx="1" type="body"/>
          </p:nvPr>
        </p:nvSpPr>
        <p:spPr>
          <a:xfrm>
            <a:off x="515409" y="2395696"/>
            <a:ext cx="14089200" cy="7101900"/>
          </a:xfrm>
          <a:prstGeom prst="rect">
            <a:avLst/>
          </a:prstGeom>
          <a:noFill/>
          <a:ln>
            <a:noFill/>
          </a:ln>
        </p:spPr>
        <p:txBody>
          <a:bodyPr anchorCtr="0" anchor="t" bIns="164125" lIns="164125" spcFirstLastPara="1" rIns="164125" wrap="square" tIns="164125">
            <a:normAutofit/>
          </a:bodyPr>
          <a:lstStyle>
            <a:lvl1pPr indent="-431800" lvl="0" marL="457200">
              <a:lnSpc>
                <a:spcPct val="115000"/>
              </a:lnSpc>
              <a:spcBef>
                <a:spcPts val="0"/>
              </a:spcBef>
              <a:spcAft>
                <a:spcPts val="0"/>
              </a:spcAft>
              <a:buClr>
                <a:schemeClr val="dk2"/>
              </a:buClr>
              <a:buSzPts val="3200"/>
              <a:buChar char="●"/>
              <a:defRPr sz="3200">
                <a:solidFill>
                  <a:schemeClr val="dk2"/>
                </a:solidFill>
              </a:defRPr>
            </a:lvl1pPr>
            <a:lvl2pPr indent="-387350" lvl="1" marL="914400">
              <a:lnSpc>
                <a:spcPct val="115000"/>
              </a:lnSpc>
              <a:spcBef>
                <a:spcPts val="0"/>
              </a:spcBef>
              <a:spcAft>
                <a:spcPts val="0"/>
              </a:spcAft>
              <a:buClr>
                <a:schemeClr val="dk2"/>
              </a:buClr>
              <a:buSzPts val="2500"/>
              <a:buChar char="○"/>
              <a:defRPr sz="2500">
                <a:solidFill>
                  <a:schemeClr val="dk2"/>
                </a:solidFill>
              </a:defRPr>
            </a:lvl2pPr>
            <a:lvl3pPr indent="-387350" lvl="2" marL="1371600">
              <a:lnSpc>
                <a:spcPct val="115000"/>
              </a:lnSpc>
              <a:spcBef>
                <a:spcPts val="0"/>
              </a:spcBef>
              <a:spcAft>
                <a:spcPts val="0"/>
              </a:spcAft>
              <a:buClr>
                <a:schemeClr val="dk2"/>
              </a:buClr>
              <a:buSzPts val="2500"/>
              <a:buChar char="■"/>
              <a:defRPr sz="2500">
                <a:solidFill>
                  <a:schemeClr val="dk2"/>
                </a:solidFill>
              </a:defRPr>
            </a:lvl3pPr>
            <a:lvl4pPr indent="-387350" lvl="3" marL="1828800">
              <a:lnSpc>
                <a:spcPct val="115000"/>
              </a:lnSpc>
              <a:spcBef>
                <a:spcPts val="0"/>
              </a:spcBef>
              <a:spcAft>
                <a:spcPts val="0"/>
              </a:spcAft>
              <a:buClr>
                <a:schemeClr val="dk2"/>
              </a:buClr>
              <a:buSzPts val="2500"/>
              <a:buChar char="●"/>
              <a:defRPr sz="2500">
                <a:solidFill>
                  <a:schemeClr val="dk2"/>
                </a:solidFill>
              </a:defRPr>
            </a:lvl4pPr>
            <a:lvl5pPr indent="-387350" lvl="4" marL="2286000">
              <a:lnSpc>
                <a:spcPct val="115000"/>
              </a:lnSpc>
              <a:spcBef>
                <a:spcPts val="0"/>
              </a:spcBef>
              <a:spcAft>
                <a:spcPts val="0"/>
              </a:spcAft>
              <a:buClr>
                <a:schemeClr val="dk2"/>
              </a:buClr>
              <a:buSzPts val="2500"/>
              <a:buChar char="○"/>
              <a:defRPr sz="2500">
                <a:solidFill>
                  <a:schemeClr val="dk2"/>
                </a:solidFill>
              </a:defRPr>
            </a:lvl5pPr>
            <a:lvl6pPr indent="-387350" lvl="5" marL="2743200">
              <a:lnSpc>
                <a:spcPct val="115000"/>
              </a:lnSpc>
              <a:spcBef>
                <a:spcPts val="0"/>
              </a:spcBef>
              <a:spcAft>
                <a:spcPts val="0"/>
              </a:spcAft>
              <a:buClr>
                <a:schemeClr val="dk2"/>
              </a:buClr>
              <a:buSzPts val="2500"/>
              <a:buChar char="■"/>
              <a:defRPr sz="2500">
                <a:solidFill>
                  <a:schemeClr val="dk2"/>
                </a:solidFill>
              </a:defRPr>
            </a:lvl6pPr>
            <a:lvl7pPr indent="-387350" lvl="6" marL="3200400">
              <a:lnSpc>
                <a:spcPct val="115000"/>
              </a:lnSpc>
              <a:spcBef>
                <a:spcPts val="0"/>
              </a:spcBef>
              <a:spcAft>
                <a:spcPts val="0"/>
              </a:spcAft>
              <a:buClr>
                <a:schemeClr val="dk2"/>
              </a:buClr>
              <a:buSzPts val="2500"/>
              <a:buChar char="●"/>
              <a:defRPr sz="2500">
                <a:solidFill>
                  <a:schemeClr val="dk2"/>
                </a:solidFill>
              </a:defRPr>
            </a:lvl7pPr>
            <a:lvl8pPr indent="-387350" lvl="7" marL="3657600">
              <a:lnSpc>
                <a:spcPct val="115000"/>
              </a:lnSpc>
              <a:spcBef>
                <a:spcPts val="0"/>
              </a:spcBef>
              <a:spcAft>
                <a:spcPts val="0"/>
              </a:spcAft>
              <a:buClr>
                <a:schemeClr val="dk2"/>
              </a:buClr>
              <a:buSzPts val="2500"/>
              <a:buChar char="○"/>
              <a:defRPr sz="2500">
                <a:solidFill>
                  <a:schemeClr val="dk2"/>
                </a:solidFill>
              </a:defRPr>
            </a:lvl8pPr>
            <a:lvl9pPr indent="-387350" lvl="8" marL="4114800">
              <a:lnSpc>
                <a:spcPct val="115000"/>
              </a:lnSpc>
              <a:spcBef>
                <a:spcPts val="0"/>
              </a:spcBef>
              <a:spcAft>
                <a:spcPts val="0"/>
              </a:spcAft>
              <a:buClr>
                <a:schemeClr val="dk2"/>
              </a:buClr>
              <a:buSzPts val="2500"/>
              <a:buChar char="■"/>
              <a:defRPr sz="2500">
                <a:solidFill>
                  <a:schemeClr val="dk2"/>
                </a:solidFill>
              </a:defRPr>
            </a:lvl9pPr>
          </a:lstStyle>
          <a:p/>
        </p:txBody>
      </p:sp>
      <p:sp>
        <p:nvSpPr>
          <p:cNvPr id="8" name="Google Shape;8;p1"/>
          <p:cNvSpPr txBox="1"/>
          <p:nvPr>
            <p:ph idx="12" type="sldNum"/>
          </p:nvPr>
        </p:nvSpPr>
        <p:spPr>
          <a:xfrm>
            <a:off x="14009576" y="9693616"/>
            <a:ext cx="907200" cy="818100"/>
          </a:xfrm>
          <a:prstGeom prst="rect">
            <a:avLst/>
          </a:prstGeom>
          <a:noFill/>
          <a:ln>
            <a:noFill/>
          </a:ln>
        </p:spPr>
        <p:txBody>
          <a:bodyPr anchorCtr="0" anchor="ctr" bIns="164125" lIns="164125" spcFirstLastPara="1" rIns="164125" wrap="square" tIns="164125">
            <a:normAutofit/>
          </a:bodyPr>
          <a:lstStyle>
            <a:lvl1pPr lvl="0" algn="r">
              <a:buNone/>
              <a:defRPr sz="1800">
                <a:solidFill>
                  <a:schemeClr val="dk2"/>
                </a:solidFill>
              </a:defRPr>
            </a:lvl1pPr>
            <a:lvl2pPr lvl="1" algn="r">
              <a:buNone/>
              <a:defRPr sz="1800">
                <a:solidFill>
                  <a:schemeClr val="dk2"/>
                </a:solidFill>
              </a:defRPr>
            </a:lvl2pPr>
            <a:lvl3pPr lvl="2" algn="r">
              <a:buNone/>
              <a:defRPr sz="1800">
                <a:solidFill>
                  <a:schemeClr val="dk2"/>
                </a:solidFill>
              </a:defRPr>
            </a:lvl3pPr>
            <a:lvl4pPr lvl="3" algn="r">
              <a:buNone/>
              <a:defRPr sz="1800">
                <a:solidFill>
                  <a:schemeClr val="dk2"/>
                </a:solidFill>
              </a:defRPr>
            </a:lvl4pPr>
            <a:lvl5pPr lvl="4" algn="r">
              <a:buNone/>
              <a:defRPr sz="1800">
                <a:solidFill>
                  <a:schemeClr val="dk2"/>
                </a:solidFill>
              </a:defRPr>
            </a:lvl5pPr>
            <a:lvl6pPr lvl="5" algn="r">
              <a:buNone/>
              <a:defRPr sz="1800">
                <a:solidFill>
                  <a:schemeClr val="dk2"/>
                </a:solidFill>
              </a:defRPr>
            </a:lvl6pPr>
            <a:lvl7pPr lvl="6" algn="r">
              <a:buNone/>
              <a:defRPr sz="1800">
                <a:solidFill>
                  <a:schemeClr val="dk2"/>
                </a:solidFill>
              </a:defRPr>
            </a:lvl7pPr>
            <a:lvl8pPr lvl="7" algn="r">
              <a:buNone/>
              <a:defRPr sz="1800">
                <a:solidFill>
                  <a:schemeClr val="dk2"/>
                </a:solidFill>
              </a:defRPr>
            </a:lvl8pPr>
            <a:lvl9pPr lvl="8" algn="r">
              <a:buNone/>
              <a:defRPr sz="18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www.youtube.com/watch?v=2IjUkVZRPK8" TargetMode="Externa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www.youtube.com/watch?v=QWE0VAzpxxg" TargetMode="Externa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solidFill>
                  <a:srgbClr val="FFFFFF"/>
                </a:solidFill>
              </a:rPr>
              <a:t>My people</a:t>
            </a:r>
            <a:endParaRPr>
              <a:solidFill>
                <a:srgbClr val="FFFFFF"/>
              </a:solidFill>
            </a:endParaRPr>
          </a:p>
        </p:txBody>
      </p:sp>
      <p:sp>
        <p:nvSpPr>
          <p:cNvPr id="55" name="Google Shape;55;p13"/>
          <p:cNvSpPr txBox="1"/>
          <p:nvPr>
            <p:ph idx="1" type="subTitle"/>
          </p:nvPr>
        </p:nvSpPr>
        <p:spPr>
          <a:xfrm>
            <a:off x="515409" y="5891409"/>
            <a:ext cx="14089200" cy="3275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[People map - who &amp; why]</a:t>
            </a:r>
            <a:endParaRPr/>
          </a:p>
        </p:txBody>
      </p:sp>
      <p:sp>
        <p:nvSpPr>
          <p:cNvPr id="61" name="Google Shape;61;p14"/>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65" name="Shape 65"/>
        <p:cNvGrpSpPr/>
        <p:nvPr/>
      </p:nvGrpSpPr>
      <p:grpSpPr>
        <a:xfrm>
          <a:off x="0" y="0"/>
          <a:ext cx="0" cy="0"/>
          <a:chOff x="0" y="0"/>
          <a:chExt cx="0" cy="0"/>
        </a:xfrm>
      </p:grpSpPr>
      <p:sp>
        <p:nvSpPr>
          <p:cNvPr id="66" name="Google Shape;66;p15"/>
          <p:cNvSpPr txBox="1"/>
          <p:nvPr>
            <p:ph type="ctrTitle"/>
          </p:nvPr>
        </p:nvSpPr>
        <p:spPr>
          <a:xfrm>
            <a:off x="515409" y="1547778"/>
            <a:ext cx="14089200" cy="51597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solidFill>
                  <a:srgbClr val="FFFFFF"/>
                </a:solidFill>
              </a:rPr>
              <a:t>PEOPLE AS POETRY</a:t>
            </a:r>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We are all connected</a:t>
            </a:r>
            <a:endParaRPr/>
          </a:p>
        </p:txBody>
      </p:sp>
      <p:sp>
        <p:nvSpPr>
          <p:cNvPr id="72" name="Google Shape;72;p16"/>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fontScale="55000"/>
          </a:bodyPr>
          <a:lstStyle/>
          <a:p>
            <a:pPr indent="0" lvl="0" marL="0" rtl="0" algn="ctr">
              <a:spcBef>
                <a:spcPts val="0"/>
              </a:spcBef>
              <a:spcAft>
                <a:spcPts val="0"/>
              </a:spcAft>
              <a:buNone/>
            </a:pPr>
            <a:r>
              <a:rPr lang="en"/>
              <a:t>“</a:t>
            </a:r>
            <a:r>
              <a:rPr lang="en"/>
              <a:t>When we interact with others through a lens of loving-kindness, it’s infinitely easier to understand that we are all interconnected. “The more we pay attention,” Sharon says, “the more we realize that we live in an interconnected world.”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descr="Orland Bishop is the founder and director of Shade Tree Multicultural Foundation in Los Angeles, where he has pioneered approaches to urban truces and mentoring at risk youth that combine new ideas with traditional ways of knowledge. ShadeTree serves as an intentional community of mentors, elders, teachers, artists, healers and advocates for the healthy development of children and youth. Orland's work in healing and human development is framed by an extensive study of medicine, naturopathy, psychology and indigenous cosmologies, primarily those of South and West Africa.  For more, check out www.globalonenessproject.org" id="77" name="Google Shape;77;p17" title="Sawubona">
            <a:hlinkClick r:id="rId3"/>
          </p:cNvPr>
          <p:cNvPicPr preferRelativeResize="0"/>
          <p:nvPr/>
        </p:nvPicPr>
        <p:blipFill>
          <a:blip r:embed="rId4">
            <a:alphaModFix/>
          </a:blip>
          <a:stretch>
            <a:fillRect/>
          </a:stretch>
        </p:blipFill>
        <p:spPr>
          <a:xfrm>
            <a:off x="2509273" y="583892"/>
            <a:ext cx="10101456" cy="75760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4294967295" type="title"/>
          </p:nvPr>
        </p:nvSpPr>
        <p:spPr>
          <a:xfrm>
            <a:off x="515409" y="925091"/>
            <a:ext cx="14089200" cy="1190400"/>
          </a:xfrm>
          <a:prstGeom prst="rect">
            <a:avLst/>
          </a:prstGeom>
        </p:spPr>
        <p:txBody>
          <a:bodyPr anchorCtr="0" anchor="t" bIns="164125" lIns="164125" spcFirstLastPara="1" rIns="164125" wrap="square" tIns="164125">
            <a:normAutofit/>
          </a:bodyPr>
          <a:lstStyle/>
          <a:p>
            <a:pPr indent="0" lvl="0" marL="0" rtl="0" algn="l">
              <a:spcBef>
                <a:spcPts val="0"/>
              </a:spcBef>
              <a:spcAft>
                <a:spcPts val="0"/>
              </a:spcAft>
              <a:buNone/>
            </a:pPr>
            <a:r>
              <a:rPr lang="en"/>
              <a:t>From me to we</a:t>
            </a:r>
            <a:endParaRPr/>
          </a:p>
        </p:txBody>
      </p:sp>
      <p:pic>
        <p:nvPicPr>
          <p:cNvPr descr="Empathy and Compassion in Society gives professionals a new perspective on the human capacity to cultivate empathy and compassion.&#10;http://compassioninsociety.org/" id="83" name="Google Shape;83;p18" title="Dan Siegel - Interpersonal Neurobiology: Why Compassion is Necessary for Humanity">
            <a:hlinkClick r:id="rId3"/>
          </p:cNvPr>
          <p:cNvPicPr preferRelativeResize="0"/>
          <p:nvPr/>
        </p:nvPicPr>
        <p:blipFill>
          <a:blip r:embed="rId4">
            <a:alphaModFix/>
          </a:blip>
          <a:stretch>
            <a:fillRect/>
          </a:stretch>
        </p:blipFill>
        <p:spPr>
          <a:xfrm>
            <a:off x="2527276" y="2023550"/>
            <a:ext cx="9639455" cy="72295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