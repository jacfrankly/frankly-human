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y="10692000" cx="15120000"/>
  <p:notesSz cx="6858000" cy="9144000"/>
  <p:embeddedFontLst>
    <p:embeddedFont>
      <p:font typeface="Proxima Nova"/>
      <p:regular r:id="rId36"/>
      <p:bold r:id="rId37"/>
      <p:italic r:id="rId38"/>
      <p:boldItalic r:id="rId39"/>
    </p:embeddedFont>
    <p:embeddedFont>
      <p:font typeface="Oswald Light"/>
      <p:regular r:id="rId40"/>
      <p:bold r:id="rId41"/>
    </p:embeddedFont>
    <p:embeddedFont>
      <p:font typeface="Oswald"/>
      <p:regular r:id="rId42"/>
      <p:bold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368">
          <p15:clr>
            <a:srgbClr val="A4A3A4"/>
          </p15:clr>
        </p15:guide>
        <p15:guide id="2" pos="476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368" orient="horz"/>
        <p:guide pos="4762"/>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swaldLight-regular.fntdata"/><Relationship Id="rId20" Type="http://schemas.openxmlformats.org/officeDocument/2006/relationships/slide" Target="slides/slide14.xml"/><Relationship Id="rId42" Type="http://schemas.openxmlformats.org/officeDocument/2006/relationships/font" Target="fonts/Oswald-regular.fntdata"/><Relationship Id="rId41" Type="http://schemas.openxmlformats.org/officeDocument/2006/relationships/font" Target="fonts/OswaldLight-bold.fntdata"/><Relationship Id="rId22" Type="http://schemas.openxmlformats.org/officeDocument/2006/relationships/slide" Target="slides/slide16.xml"/><Relationship Id="rId21" Type="http://schemas.openxmlformats.org/officeDocument/2006/relationships/slide" Target="slides/slide15.xml"/><Relationship Id="rId43" Type="http://schemas.openxmlformats.org/officeDocument/2006/relationships/font" Target="fonts/Oswald-bold.fnt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ProximaNova-bold.fntdata"/><Relationship Id="rId14" Type="http://schemas.openxmlformats.org/officeDocument/2006/relationships/slide" Target="slides/slide8.xml"/><Relationship Id="rId36" Type="http://schemas.openxmlformats.org/officeDocument/2006/relationships/font" Target="fonts/ProximaNova-regular.fntdata"/><Relationship Id="rId17" Type="http://schemas.openxmlformats.org/officeDocument/2006/relationships/slide" Target="slides/slide11.xml"/><Relationship Id="rId39" Type="http://schemas.openxmlformats.org/officeDocument/2006/relationships/font" Target="fonts/ProximaNova-boldItalic.fntdata"/><Relationship Id="rId16" Type="http://schemas.openxmlformats.org/officeDocument/2006/relationships/slide" Target="slides/slide10.xml"/><Relationship Id="rId38" Type="http://schemas.openxmlformats.org/officeDocument/2006/relationships/font" Target="fonts/ProximaNova-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004762" y="685800"/>
            <a:ext cx="48492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1009ce78c95_0_17:notes"/>
          <p:cNvSpPr/>
          <p:nvPr>
            <p:ph idx="2" type="sldImg"/>
          </p:nvPr>
        </p:nvSpPr>
        <p:spPr>
          <a:xfrm>
            <a:off x="1004755" y="685800"/>
            <a:ext cx="48492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1009ce78c95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15f6f2350c_0_30:notes"/>
          <p:cNvSpPr/>
          <p:nvPr>
            <p:ph idx="2" type="sldImg"/>
          </p:nvPr>
        </p:nvSpPr>
        <p:spPr>
          <a:xfrm>
            <a:off x="1004762" y="685800"/>
            <a:ext cx="48492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115f6f2350c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115f6f2350c_0_0:notes"/>
          <p:cNvSpPr/>
          <p:nvPr>
            <p:ph idx="2" type="sldImg"/>
          </p:nvPr>
        </p:nvSpPr>
        <p:spPr>
          <a:xfrm>
            <a:off x="1004762" y="685800"/>
            <a:ext cx="48492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115f6f2350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300">
                <a:solidFill>
                  <a:schemeClr val="dk1"/>
                </a:solidFill>
              </a:rPr>
              <a:t>Consider timelines later</a:t>
            </a:r>
            <a:endParaRPr sz="3300">
              <a:solidFill>
                <a:schemeClr val="dk1"/>
              </a:solidFill>
            </a:endParaRPr>
          </a:p>
          <a:p>
            <a:pPr indent="0" lvl="0" marL="0" rtl="0" algn="l">
              <a:spcBef>
                <a:spcPts val="0"/>
              </a:spcBef>
              <a:spcAft>
                <a:spcPts val="0"/>
              </a:spcAft>
              <a:buNone/>
            </a:pPr>
            <a:r>
              <a:t/>
            </a:r>
            <a:endParaRPr sz="5000">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10e541861d4_2_3:notes"/>
          <p:cNvSpPr/>
          <p:nvPr>
            <p:ph idx="2" type="sldImg"/>
          </p:nvPr>
        </p:nvSpPr>
        <p:spPr>
          <a:xfrm>
            <a:off x="1004755" y="685800"/>
            <a:ext cx="48492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10e541861d4_2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115f6f2350c_0_20:notes"/>
          <p:cNvSpPr/>
          <p:nvPr>
            <p:ph idx="2" type="sldImg"/>
          </p:nvPr>
        </p:nvSpPr>
        <p:spPr>
          <a:xfrm>
            <a:off x="1004762" y="685800"/>
            <a:ext cx="48492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115f6f2350c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115f6f2350c_0_25:notes"/>
          <p:cNvSpPr/>
          <p:nvPr>
            <p:ph idx="2" type="sldImg"/>
          </p:nvPr>
        </p:nvSpPr>
        <p:spPr>
          <a:xfrm>
            <a:off x="1004762" y="685800"/>
            <a:ext cx="48492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115f6f2350c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10e521f0f15_0_189:notes"/>
          <p:cNvSpPr/>
          <p:nvPr>
            <p:ph idx="2" type="sldImg"/>
          </p:nvPr>
        </p:nvSpPr>
        <p:spPr>
          <a:xfrm>
            <a:off x="1004755" y="685800"/>
            <a:ext cx="48492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10e521f0f15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[Worksheet one] - should bre printable on A3</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10e541861d4_2_23:notes"/>
          <p:cNvSpPr/>
          <p:nvPr>
            <p:ph idx="2" type="sldImg"/>
          </p:nvPr>
        </p:nvSpPr>
        <p:spPr>
          <a:xfrm>
            <a:off x="1004755" y="685800"/>
            <a:ext cx="48492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10e541861d4_2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we can add a survey or journal into our program content, I’d like to </a:t>
            </a:r>
            <a:r>
              <a:rPr lang="en"/>
              <a:t>capture</a:t>
            </a:r>
            <a:r>
              <a:rPr lang="en"/>
              <a:t> their learnings throughout the course content]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115f6f2350c_0_6:notes"/>
          <p:cNvSpPr/>
          <p:nvPr>
            <p:ph idx="2" type="sldImg"/>
          </p:nvPr>
        </p:nvSpPr>
        <p:spPr>
          <a:xfrm>
            <a:off x="1004755" y="685800"/>
            <a:ext cx="48492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115f6f2350c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115f6f2350c_0_35:notes"/>
          <p:cNvSpPr/>
          <p:nvPr>
            <p:ph idx="2" type="sldImg"/>
          </p:nvPr>
        </p:nvSpPr>
        <p:spPr>
          <a:xfrm>
            <a:off x="1004762" y="685800"/>
            <a:ext cx="48492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115f6f2350c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10e521f0f15_0_114:notes"/>
          <p:cNvSpPr/>
          <p:nvPr>
            <p:ph idx="2" type="sldImg"/>
          </p:nvPr>
        </p:nvSpPr>
        <p:spPr>
          <a:xfrm>
            <a:off x="1004756" y="685800"/>
            <a:ext cx="48489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10e521f0f15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Story Canvas [Worksheet 2</a:t>
            </a:r>
            <a:r>
              <a:rPr lang="en">
                <a:solidFill>
                  <a:schemeClr val="dk1"/>
                </a:solidFill>
              </a:rPr>
              <a:t>] - should bre printable on A3</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10e541861d4_3_925:notes"/>
          <p:cNvSpPr/>
          <p:nvPr>
            <p:ph idx="2" type="sldImg"/>
          </p:nvPr>
        </p:nvSpPr>
        <p:spPr>
          <a:xfrm>
            <a:off x="1004755" y="685800"/>
            <a:ext cx="48492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10e541861d4_3_9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Worksheet 3</a:t>
            </a:r>
            <a:endParaRPr/>
          </a:p>
          <a:p>
            <a:pPr indent="0" lvl="0" marL="0" rtl="0" algn="l">
              <a:spcBef>
                <a:spcPts val="0"/>
              </a:spcBef>
              <a:spcAft>
                <a:spcPts val="0"/>
              </a:spcAft>
              <a:buNone/>
            </a:pPr>
            <a:r>
              <a:rPr lang="en"/>
              <a:t>Lifeview</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115f6f2350c_0_45:notes"/>
          <p:cNvSpPr/>
          <p:nvPr>
            <p:ph idx="2" type="sldImg"/>
          </p:nvPr>
        </p:nvSpPr>
        <p:spPr>
          <a:xfrm>
            <a:off x="1004755" y="685800"/>
            <a:ext cx="48492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115f6f2350c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115f6f2350c_0_49:notes"/>
          <p:cNvSpPr/>
          <p:nvPr>
            <p:ph idx="2" type="sldImg"/>
          </p:nvPr>
        </p:nvSpPr>
        <p:spPr>
          <a:xfrm>
            <a:off x="1004762" y="685800"/>
            <a:ext cx="48492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115f6f2350c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115f6f2350c_0_54:notes"/>
          <p:cNvSpPr/>
          <p:nvPr>
            <p:ph idx="2" type="sldImg"/>
          </p:nvPr>
        </p:nvSpPr>
        <p:spPr>
          <a:xfrm>
            <a:off x="1004762" y="685800"/>
            <a:ext cx="48492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115f6f2350c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1009ce78c95_0_105:notes"/>
          <p:cNvSpPr/>
          <p:nvPr>
            <p:ph idx="2" type="sldImg"/>
          </p:nvPr>
        </p:nvSpPr>
        <p:spPr>
          <a:xfrm>
            <a:off x="1004755" y="685800"/>
            <a:ext cx="48492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1009ce78c95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46a7185a54a97a21_5:notes"/>
          <p:cNvSpPr/>
          <p:nvPr>
            <p:ph idx="2" type="sldImg"/>
          </p:nvPr>
        </p:nvSpPr>
        <p:spPr>
          <a:xfrm>
            <a:off x="1004755" y="685800"/>
            <a:ext cx="48492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46a7185a54a97a2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10e541861d4_3_832:notes"/>
          <p:cNvSpPr/>
          <p:nvPr>
            <p:ph idx="2" type="sldImg"/>
          </p:nvPr>
        </p:nvSpPr>
        <p:spPr>
          <a:xfrm>
            <a:off x="1004755" y="685800"/>
            <a:ext cx="48492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10e541861d4_3_8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Worksheet 4</a:t>
            </a:r>
            <a:endParaRPr/>
          </a:p>
          <a:p>
            <a:pPr indent="0" lvl="0" marL="0" rtl="0" algn="l">
              <a:spcBef>
                <a:spcPts val="0"/>
              </a:spcBef>
              <a:spcAft>
                <a:spcPts val="0"/>
              </a:spcAft>
              <a:buNone/>
            </a:pPr>
            <a:r>
              <a:rPr lang="en"/>
              <a:t>Mama Headlines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 be re-created more personally</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10e541861d4_2_33:notes"/>
          <p:cNvSpPr/>
          <p:nvPr>
            <p:ph idx="2" type="sldImg"/>
          </p:nvPr>
        </p:nvSpPr>
        <p:spPr>
          <a:xfrm>
            <a:off x="1004755" y="685800"/>
            <a:ext cx="48492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10e541861d4_2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10e541861d4_3_962:notes"/>
          <p:cNvSpPr/>
          <p:nvPr>
            <p:ph idx="2" type="sldImg"/>
          </p:nvPr>
        </p:nvSpPr>
        <p:spPr>
          <a:xfrm>
            <a:off x="1004755" y="685800"/>
            <a:ext cx="48492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10e541861d4_3_9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Worksheet 5</a:t>
            </a:r>
            <a:endParaRPr/>
          </a:p>
          <a:p>
            <a:pPr indent="0" lvl="0" marL="0" rtl="0" algn="l">
              <a:spcBef>
                <a:spcPts val="0"/>
              </a:spcBef>
              <a:spcAft>
                <a:spcPts val="0"/>
              </a:spcAft>
              <a:buNone/>
            </a:pPr>
            <a:r>
              <a:rPr lang="en"/>
              <a:t>Workview reflection</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10e541861d4_3_968:notes"/>
          <p:cNvSpPr/>
          <p:nvPr>
            <p:ph idx="2" type="sldImg"/>
          </p:nvPr>
        </p:nvSpPr>
        <p:spPr>
          <a:xfrm>
            <a:off x="1004755" y="685800"/>
            <a:ext cx="48492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10e541861d4_3_9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Worksheet 5</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Workview headlines</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10e541861d4_3_984:notes"/>
          <p:cNvSpPr/>
          <p:nvPr>
            <p:ph idx="2" type="sldImg"/>
          </p:nvPr>
        </p:nvSpPr>
        <p:spPr>
          <a:xfrm>
            <a:off x="1004755" y="685800"/>
            <a:ext cx="48492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10e541861d4_3_9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INSIGHT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Worksheet 6</a:t>
            </a:r>
            <a:endParaRPr/>
          </a:p>
          <a:p>
            <a:pPr indent="0" lvl="0" marL="0" rtl="0" algn="l">
              <a:spcBef>
                <a:spcPts val="0"/>
              </a:spcBef>
              <a:spcAft>
                <a:spcPts val="0"/>
              </a:spcAft>
              <a:buNone/>
            </a:pPr>
            <a:r>
              <a:rPr lang="en"/>
              <a:t>Reflection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10e541861d4_3_1222:notes"/>
          <p:cNvSpPr/>
          <p:nvPr>
            <p:ph idx="2" type="sldImg"/>
          </p:nvPr>
        </p:nvSpPr>
        <p:spPr>
          <a:xfrm>
            <a:off x="1004755" y="685800"/>
            <a:ext cx="48492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10e541861d4_3_1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10e541861d4_3_1226:notes"/>
          <p:cNvSpPr/>
          <p:nvPr>
            <p:ph idx="2" type="sldImg"/>
          </p:nvPr>
        </p:nvSpPr>
        <p:spPr>
          <a:xfrm>
            <a:off x="1004755" y="685800"/>
            <a:ext cx="48492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10e541861d4_3_1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 in 400,000,000,000,000</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10e541861d4_3_1232:notes"/>
          <p:cNvSpPr/>
          <p:nvPr>
            <p:ph idx="2" type="sldImg"/>
          </p:nvPr>
        </p:nvSpPr>
        <p:spPr>
          <a:xfrm>
            <a:off x="1004755" y="685800"/>
            <a:ext cx="48492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10e541861d4_3_1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going to be key to setting the best boundaries for you</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10e541861d4_3_1237:notes"/>
          <p:cNvSpPr/>
          <p:nvPr>
            <p:ph idx="2" type="sldImg"/>
          </p:nvPr>
        </p:nvSpPr>
        <p:spPr>
          <a:xfrm>
            <a:off x="1004755" y="685800"/>
            <a:ext cx="48492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10e541861d4_3_1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10e541861d4_3_1242:notes"/>
          <p:cNvSpPr/>
          <p:nvPr>
            <p:ph idx="2" type="sldImg"/>
          </p:nvPr>
        </p:nvSpPr>
        <p:spPr>
          <a:xfrm>
            <a:off x="1004755" y="685800"/>
            <a:ext cx="48492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10e541861d4_3_1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Impulse &gt; Activation Energy &gt; Force Yourself / Emergency brake</a:t>
            </a:r>
            <a:endParaRPr/>
          </a:p>
          <a:p>
            <a:pPr indent="0" lvl="0" marL="0" rtl="0" algn="l">
              <a:spcBef>
                <a:spcPts val="0"/>
              </a:spcBef>
              <a:spcAft>
                <a:spcPts val="0"/>
              </a:spcAft>
              <a:buNone/>
            </a:pPr>
            <a:r>
              <a:rPr lang="en"/>
              <a:t>5 </a:t>
            </a:r>
            <a:r>
              <a:rPr lang="en"/>
              <a:t>second rule: action the impulse, or the emergency brake gets pulled.</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115f6f2350c_0_10:notes"/>
          <p:cNvSpPr/>
          <p:nvPr>
            <p:ph idx="2" type="sldImg"/>
          </p:nvPr>
        </p:nvSpPr>
        <p:spPr>
          <a:xfrm>
            <a:off x="1004755" y="685800"/>
            <a:ext cx="48492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115f6f2350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10e541861d4_3_1406:notes"/>
          <p:cNvSpPr/>
          <p:nvPr>
            <p:ph idx="2" type="sldImg"/>
          </p:nvPr>
        </p:nvSpPr>
        <p:spPr>
          <a:xfrm>
            <a:off x="1004755" y="685800"/>
            <a:ext cx="48492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10e541861d4_3_1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515423" y="1547778"/>
            <a:ext cx="14089200" cy="4266900"/>
          </a:xfrm>
          <a:prstGeom prst="rect">
            <a:avLst/>
          </a:prstGeom>
        </p:spPr>
        <p:txBody>
          <a:bodyPr anchorCtr="0" anchor="b" bIns="164125" lIns="164125" spcFirstLastPara="1" rIns="164125" wrap="square" tIns="164125">
            <a:normAutofit/>
          </a:bodyPr>
          <a:lstStyle>
            <a:lvl1pPr lvl="0" algn="ctr">
              <a:spcBef>
                <a:spcPts val="0"/>
              </a:spcBef>
              <a:spcAft>
                <a:spcPts val="0"/>
              </a:spcAft>
              <a:buSzPts val="9300"/>
              <a:buNone/>
              <a:defRPr sz="9300"/>
            </a:lvl1pPr>
            <a:lvl2pPr lvl="1" algn="ctr">
              <a:spcBef>
                <a:spcPts val="0"/>
              </a:spcBef>
              <a:spcAft>
                <a:spcPts val="0"/>
              </a:spcAft>
              <a:buSzPts val="9300"/>
              <a:buNone/>
              <a:defRPr sz="9300"/>
            </a:lvl2pPr>
            <a:lvl3pPr lvl="2" algn="ctr">
              <a:spcBef>
                <a:spcPts val="0"/>
              </a:spcBef>
              <a:spcAft>
                <a:spcPts val="0"/>
              </a:spcAft>
              <a:buSzPts val="9300"/>
              <a:buNone/>
              <a:defRPr sz="9300"/>
            </a:lvl3pPr>
            <a:lvl4pPr lvl="3" algn="ctr">
              <a:spcBef>
                <a:spcPts val="0"/>
              </a:spcBef>
              <a:spcAft>
                <a:spcPts val="0"/>
              </a:spcAft>
              <a:buSzPts val="9300"/>
              <a:buNone/>
              <a:defRPr sz="9300"/>
            </a:lvl4pPr>
            <a:lvl5pPr lvl="4" algn="ctr">
              <a:spcBef>
                <a:spcPts val="0"/>
              </a:spcBef>
              <a:spcAft>
                <a:spcPts val="0"/>
              </a:spcAft>
              <a:buSzPts val="9300"/>
              <a:buNone/>
              <a:defRPr sz="9300"/>
            </a:lvl5pPr>
            <a:lvl6pPr lvl="5" algn="ctr">
              <a:spcBef>
                <a:spcPts val="0"/>
              </a:spcBef>
              <a:spcAft>
                <a:spcPts val="0"/>
              </a:spcAft>
              <a:buSzPts val="9300"/>
              <a:buNone/>
              <a:defRPr sz="9300"/>
            </a:lvl6pPr>
            <a:lvl7pPr lvl="6" algn="ctr">
              <a:spcBef>
                <a:spcPts val="0"/>
              </a:spcBef>
              <a:spcAft>
                <a:spcPts val="0"/>
              </a:spcAft>
              <a:buSzPts val="9300"/>
              <a:buNone/>
              <a:defRPr sz="9300"/>
            </a:lvl7pPr>
            <a:lvl8pPr lvl="7" algn="ctr">
              <a:spcBef>
                <a:spcPts val="0"/>
              </a:spcBef>
              <a:spcAft>
                <a:spcPts val="0"/>
              </a:spcAft>
              <a:buSzPts val="9300"/>
              <a:buNone/>
              <a:defRPr sz="9300"/>
            </a:lvl8pPr>
            <a:lvl9pPr lvl="8" algn="ctr">
              <a:spcBef>
                <a:spcPts val="0"/>
              </a:spcBef>
              <a:spcAft>
                <a:spcPts val="0"/>
              </a:spcAft>
              <a:buSzPts val="9300"/>
              <a:buNone/>
              <a:defRPr sz="9300"/>
            </a:lvl9pPr>
          </a:lstStyle>
          <a:p/>
        </p:txBody>
      </p:sp>
      <p:sp>
        <p:nvSpPr>
          <p:cNvPr id="11" name="Google Shape;11;p2"/>
          <p:cNvSpPr txBox="1"/>
          <p:nvPr>
            <p:ph idx="1" type="subTitle"/>
          </p:nvPr>
        </p:nvSpPr>
        <p:spPr>
          <a:xfrm>
            <a:off x="515409" y="5891409"/>
            <a:ext cx="14089200" cy="1647600"/>
          </a:xfrm>
          <a:prstGeom prst="rect">
            <a:avLst/>
          </a:prstGeom>
        </p:spPr>
        <p:txBody>
          <a:bodyPr anchorCtr="0" anchor="t" bIns="164125" lIns="164125" spcFirstLastPara="1" rIns="164125" wrap="square" tIns="164125">
            <a:normAutofit/>
          </a:bodyPr>
          <a:lstStyle>
            <a:lvl1pPr lvl="0" algn="ctr">
              <a:lnSpc>
                <a:spcPct val="100000"/>
              </a:lnSpc>
              <a:spcBef>
                <a:spcPts val="0"/>
              </a:spcBef>
              <a:spcAft>
                <a:spcPts val="0"/>
              </a:spcAft>
              <a:buSzPts val="5000"/>
              <a:buNone/>
              <a:defRPr sz="5000"/>
            </a:lvl1pPr>
            <a:lvl2pPr lvl="1" algn="ctr">
              <a:lnSpc>
                <a:spcPct val="100000"/>
              </a:lnSpc>
              <a:spcBef>
                <a:spcPts val="0"/>
              </a:spcBef>
              <a:spcAft>
                <a:spcPts val="0"/>
              </a:spcAft>
              <a:buSzPts val="5000"/>
              <a:buNone/>
              <a:defRPr sz="5000"/>
            </a:lvl2pPr>
            <a:lvl3pPr lvl="2" algn="ctr">
              <a:lnSpc>
                <a:spcPct val="100000"/>
              </a:lnSpc>
              <a:spcBef>
                <a:spcPts val="0"/>
              </a:spcBef>
              <a:spcAft>
                <a:spcPts val="0"/>
              </a:spcAft>
              <a:buSzPts val="5000"/>
              <a:buNone/>
              <a:defRPr sz="5000"/>
            </a:lvl3pPr>
            <a:lvl4pPr lvl="3" algn="ctr">
              <a:lnSpc>
                <a:spcPct val="100000"/>
              </a:lnSpc>
              <a:spcBef>
                <a:spcPts val="0"/>
              </a:spcBef>
              <a:spcAft>
                <a:spcPts val="0"/>
              </a:spcAft>
              <a:buSzPts val="5000"/>
              <a:buNone/>
              <a:defRPr sz="5000"/>
            </a:lvl4pPr>
            <a:lvl5pPr lvl="4" algn="ctr">
              <a:lnSpc>
                <a:spcPct val="100000"/>
              </a:lnSpc>
              <a:spcBef>
                <a:spcPts val="0"/>
              </a:spcBef>
              <a:spcAft>
                <a:spcPts val="0"/>
              </a:spcAft>
              <a:buSzPts val="5000"/>
              <a:buNone/>
              <a:defRPr sz="5000"/>
            </a:lvl5pPr>
            <a:lvl6pPr lvl="5" algn="ctr">
              <a:lnSpc>
                <a:spcPct val="100000"/>
              </a:lnSpc>
              <a:spcBef>
                <a:spcPts val="0"/>
              </a:spcBef>
              <a:spcAft>
                <a:spcPts val="0"/>
              </a:spcAft>
              <a:buSzPts val="5000"/>
              <a:buNone/>
              <a:defRPr sz="5000"/>
            </a:lvl6pPr>
            <a:lvl7pPr lvl="6" algn="ctr">
              <a:lnSpc>
                <a:spcPct val="100000"/>
              </a:lnSpc>
              <a:spcBef>
                <a:spcPts val="0"/>
              </a:spcBef>
              <a:spcAft>
                <a:spcPts val="0"/>
              </a:spcAft>
              <a:buSzPts val="5000"/>
              <a:buNone/>
              <a:defRPr sz="5000"/>
            </a:lvl7pPr>
            <a:lvl8pPr lvl="7" algn="ctr">
              <a:lnSpc>
                <a:spcPct val="100000"/>
              </a:lnSpc>
              <a:spcBef>
                <a:spcPts val="0"/>
              </a:spcBef>
              <a:spcAft>
                <a:spcPts val="0"/>
              </a:spcAft>
              <a:buSzPts val="5000"/>
              <a:buNone/>
              <a:defRPr sz="5000"/>
            </a:lvl8pPr>
            <a:lvl9pPr lvl="8" algn="ctr">
              <a:lnSpc>
                <a:spcPct val="100000"/>
              </a:lnSpc>
              <a:spcBef>
                <a:spcPts val="0"/>
              </a:spcBef>
              <a:spcAft>
                <a:spcPts val="0"/>
              </a:spcAft>
              <a:buSzPts val="5000"/>
              <a:buNone/>
              <a:defRPr sz="5000"/>
            </a:lvl9pPr>
          </a:lstStyle>
          <a:p/>
        </p:txBody>
      </p:sp>
      <p:sp>
        <p:nvSpPr>
          <p:cNvPr id="12" name="Google Shape;12;p2"/>
          <p:cNvSpPr txBox="1"/>
          <p:nvPr>
            <p:ph idx="12" type="sldNum"/>
          </p:nvPr>
        </p:nvSpPr>
        <p:spPr>
          <a:xfrm>
            <a:off x="14009576" y="9693616"/>
            <a:ext cx="907200" cy="818100"/>
          </a:xfrm>
          <a:prstGeom prst="rect">
            <a:avLst/>
          </a:prstGeom>
        </p:spPr>
        <p:txBody>
          <a:bodyPr anchorCtr="0" anchor="ctr" bIns="164125" lIns="164125" spcFirstLastPara="1" rIns="164125" wrap="square" tIns="1641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515409" y="4471058"/>
            <a:ext cx="14089200" cy="1749900"/>
          </a:xfrm>
          <a:prstGeom prst="rect">
            <a:avLst/>
          </a:prstGeom>
        </p:spPr>
        <p:txBody>
          <a:bodyPr anchorCtr="0" anchor="ctr" bIns="164125" lIns="164125" spcFirstLastPara="1" rIns="164125" wrap="square" tIns="164125">
            <a:normAutofit/>
          </a:bodyPr>
          <a:lstStyle>
            <a:lvl1pPr lvl="0" algn="ctr">
              <a:spcBef>
                <a:spcPts val="0"/>
              </a:spcBef>
              <a:spcAft>
                <a:spcPts val="0"/>
              </a:spcAft>
              <a:buSzPts val="6500"/>
              <a:buNone/>
              <a:defRPr sz="6500"/>
            </a:lvl1pPr>
            <a:lvl2pPr lvl="1" algn="ctr">
              <a:spcBef>
                <a:spcPts val="0"/>
              </a:spcBef>
              <a:spcAft>
                <a:spcPts val="0"/>
              </a:spcAft>
              <a:buSzPts val="6500"/>
              <a:buNone/>
              <a:defRPr sz="6500"/>
            </a:lvl2pPr>
            <a:lvl3pPr lvl="2" algn="ctr">
              <a:spcBef>
                <a:spcPts val="0"/>
              </a:spcBef>
              <a:spcAft>
                <a:spcPts val="0"/>
              </a:spcAft>
              <a:buSzPts val="6500"/>
              <a:buNone/>
              <a:defRPr sz="6500"/>
            </a:lvl3pPr>
            <a:lvl4pPr lvl="3" algn="ctr">
              <a:spcBef>
                <a:spcPts val="0"/>
              </a:spcBef>
              <a:spcAft>
                <a:spcPts val="0"/>
              </a:spcAft>
              <a:buSzPts val="6500"/>
              <a:buNone/>
              <a:defRPr sz="6500"/>
            </a:lvl4pPr>
            <a:lvl5pPr lvl="4" algn="ctr">
              <a:spcBef>
                <a:spcPts val="0"/>
              </a:spcBef>
              <a:spcAft>
                <a:spcPts val="0"/>
              </a:spcAft>
              <a:buSzPts val="6500"/>
              <a:buNone/>
              <a:defRPr sz="6500"/>
            </a:lvl5pPr>
            <a:lvl6pPr lvl="5" algn="ctr">
              <a:spcBef>
                <a:spcPts val="0"/>
              </a:spcBef>
              <a:spcAft>
                <a:spcPts val="0"/>
              </a:spcAft>
              <a:buSzPts val="6500"/>
              <a:buNone/>
              <a:defRPr sz="6500"/>
            </a:lvl6pPr>
            <a:lvl7pPr lvl="6" algn="ctr">
              <a:spcBef>
                <a:spcPts val="0"/>
              </a:spcBef>
              <a:spcAft>
                <a:spcPts val="0"/>
              </a:spcAft>
              <a:buSzPts val="6500"/>
              <a:buNone/>
              <a:defRPr sz="6500"/>
            </a:lvl7pPr>
            <a:lvl8pPr lvl="7" algn="ctr">
              <a:spcBef>
                <a:spcPts val="0"/>
              </a:spcBef>
              <a:spcAft>
                <a:spcPts val="0"/>
              </a:spcAft>
              <a:buSzPts val="6500"/>
              <a:buNone/>
              <a:defRPr sz="6500"/>
            </a:lvl8pPr>
            <a:lvl9pPr lvl="8" algn="ctr">
              <a:spcBef>
                <a:spcPts val="0"/>
              </a:spcBef>
              <a:spcAft>
                <a:spcPts val="0"/>
              </a:spcAft>
              <a:buSzPts val="6500"/>
              <a:buNone/>
              <a:defRPr sz="6500"/>
            </a:lvl9pPr>
          </a:lstStyle>
          <a:p/>
        </p:txBody>
      </p:sp>
      <p:sp>
        <p:nvSpPr>
          <p:cNvPr id="15" name="Google Shape;15;p3"/>
          <p:cNvSpPr txBox="1"/>
          <p:nvPr>
            <p:ph idx="12" type="sldNum"/>
          </p:nvPr>
        </p:nvSpPr>
        <p:spPr>
          <a:xfrm>
            <a:off x="14009576" y="9693616"/>
            <a:ext cx="907200" cy="818100"/>
          </a:xfrm>
          <a:prstGeom prst="rect">
            <a:avLst/>
          </a:prstGeom>
        </p:spPr>
        <p:txBody>
          <a:bodyPr anchorCtr="0" anchor="ctr" bIns="164125" lIns="164125" spcFirstLastPara="1" rIns="164125" wrap="square" tIns="1641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515409" y="925091"/>
            <a:ext cx="14089200" cy="1190400"/>
          </a:xfrm>
          <a:prstGeom prst="rect">
            <a:avLst/>
          </a:prstGeom>
        </p:spPr>
        <p:txBody>
          <a:bodyPr anchorCtr="0" anchor="t" bIns="164125" lIns="164125" spcFirstLastPara="1" rIns="164125" wrap="square" tIns="164125">
            <a:normAutofit/>
          </a:bodyPr>
          <a:lstStyle>
            <a:lvl1pPr lvl="0">
              <a:spcBef>
                <a:spcPts val="0"/>
              </a:spcBef>
              <a:spcAft>
                <a:spcPts val="0"/>
              </a:spcAft>
              <a:buSzPts val="5000"/>
              <a:buNone/>
              <a:defRPr/>
            </a:lvl1pPr>
            <a:lvl2pPr lvl="1">
              <a:spcBef>
                <a:spcPts val="0"/>
              </a:spcBef>
              <a:spcAft>
                <a:spcPts val="0"/>
              </a:spcAft>
              <a:buSzPts val="5000"/>
              <a:buNone/>
              <a:defRPr/>
            </a:lvl2pPr>
            <a:lvl3pPr lvl="2">
              <a:spcBef>
                <a:spcPts val="0"/>
              </a:spcBef>
              <a:spcAft>
                <a:spcPts val="0"/>
              </a:spcAft>
              <a:buSzPts val="5000"/>
              <a:buNone/>
              <a:defRPr/>
            </a:lvl3pPr>
            <a:lvl4pPr lvl="3">
              <a:spcBef>
                <a:spcPts val="0"/>
              </a:spcBef>
              <a:spcAft>
                <a:spcPts val="0"/>
              </a:spcAft>
              <a:buSzPts val="5000"/>
              <a:buNone/>
              <a:defRPr/>
            </a:lvl4pPr>
            <a:lvl5pPr lvl="4">
              <a:spcBef>
                <a:spcPts val="0"/>
              </a:spcBef>
              <a:spcAft>
                <a:spcPts val="0"/>
              </a:spcAft>
              <a:buSzPts val="5000"/>
              <a:buNone/>
              <a:defRPr/>
            </a:lvl5pPr>
            <a:lvl6pPr lvl="5">
              <a:spcBef>
                <a:spcPts val="0"/>
              </a:spcBef>
              <a:spcAft>
                <a:spcPts val="0"/>
              </a:spcAft>
              <a:buSzPts val="5000"/>
              <a:buNone/>
              <a:defRPr/>
            </a:lvl6pPr>
            <a:lvl7pPr lvl="6">
              <a:spcBef>
                <a:spcPts val="0"/>
              </a:spcBef>
              <a:spcAft>
                <a:spcPts val="0"/>
              </a:spcAft>
              <a:buSzPts val="5000"/>
              <a:buNone/>
              <a:defRPr/>
            </a:lvl7pPr>
            <a:lvl8pPr lvl="7">
              <a:spcBef>
                <a:spcPts val="0"/>
              </a:spcBef>
              <a:spcAft>
                <a:spcPts val="0"/>
              </a:spcAft>
              <a:buSzPts val="5000"/>
              <a:buNone/>
              <a:defRPr/>
            </a:lvl8pPr>
            <a:lvl9pPr lvl="8">
              <a:spcBef>
                <a:spcPts val="0"/>
              </a:spcBef>
              <a:spcAft>
                <a:spcPts val="0"/>
              </a:spcAft>
              <a:buSzPts val="5000"/>
              <a:buNone/>
              <a:defRPr/>
            </a:lvl9pPr>
          </a:lstStyle>
          <a:p/>
        </p:txBody>
      </p:sp>
      <p:sp>
        <p:nvSpPr>
          <p:cNvPr id="18" name="Google Shape;18;p4"/>
          <p:cNvSpPr txBox="1"/>
          <p:nvPr>
            <p:ph idx="1" type="body"/>
          </p:nvPr>
        </p:nvSpPr>
        <p:spPr>
          <a:xfrm>
            <a:off x="515409" y="2395696"/>
            <a:ext cx="14089200" cy="7101900"/>
          </a:xfrm>
          <a:prstGeom prst="rect">
            <a:avLst/>
          </a:prstGeom>
        </p:spPr>
        <p:txBody>
          <a:bodyPr anchorCtr="0" anchor="t" bIns="164125" lIns="164125" spcFirstLastPara="1" rIns="164125" wrap="square" tIns="164125">
            <a:normAutofit/>
          </a:bodyPr>
          <a:lstStyle>
            <a:lvl1pPr indent="-431800" lvl="0" marL="457200">
              <a:spcBef>
                <a:spcPts val="0"/>
              </a:spcBef>
              <a:spcAft>
                <a:spcPts val="0"/>
              </a:spcAft>
              <a:buSzPts val="3200"/>
              <a:buChar char="●"/>
              <a:defRPr/>
            </a:lvl1pPr>
            <a:lvl2pPr indent="-387350" lvl="1" marL="914400">
              <a:spcBef>
                <a:spcPts val="0"/>
              </a:spcBef>
              <a:spcAft>
                <a:spcPts val="0"/>
              </a:spcAft>
              <a:buSzPts val="2500"/>
              <a:buChar char="○"/>
              <a:defRPr/>
            </a:lvl2pPr>
            <a:lvl3pPr indent="-387350" lvl="2" marL="1371600">
              <a:spcBef>
                <a:spcPts val="0"/>
              </a:spcBef>
              <a:spcAft>
                <a:spcPts val="0"/>
              </a:spcAft>
              <a:buSzPts val="2500"/>
              <a:buChar char="■"/>
              <a:defRPr/>
            </a:lvl3pPr>
            <a:lvl4pPr indent="-387350" lvl="3" marL="1828800">
              <a:spcBef>
                <a:spcPts val="0"/>
              </a:spcBef>
              <a:spcAft>
                <a:spcPts val="0"/>
              </a:spcAft>
              <a:buSzPts val="2500"/>
              <a:buChar char="●"/>
              <a:defRPr/>
            </a:lvl4pPr>
            <a:lvl5pPr indent="-387350" lvl="4" marL="2286000">
              <a:spcBef>
                <a:spcPts val="0"/>
              </a:spcBef>
              <a:spcAft>
                <a:spcPts val="0"/>
              </a:spcAft>
              <a:buSzPts val="2500"/>
              <a:buChar char="○"/>
              <a:defRPr/>
            </a:lvl5pPr>
            <a:lvl6pPr indent="-387350" lvl="5" marL="2743200">
              <a:spcBef>
                <a:spcPts val="0"/>
              </a:spcBef>
              <a:spcAft>
                <a:spcPts val="0"/>
              </a:spcAft>
              <a:buSzPts val="2500"/>
              <a:buChar char="■"/>
              <a:defRPr/>
            </a:lvl6pPr>
            <a:lvl7pPr indent="-387350" lvl="6" marL="3200400">
              <a:spcBef>
                <a:spcPts val="0"/>
              </a:spcBef>
              <a:spcAft>
                <a:spcPts val="0"/>
              </a:spcAft>
              <a:buSzPts val="2500"/>
              <a:buChar char="●"/>
              <a:defRPr/>
            </a:lvl7pPr>
            <a:lvl8pPr indent="-387350" lvl="7" marL="3657600">
              <a:spcBef>
                <a:spcPts val="0"/>
              </a:spcBef>
              <a:spcAft>
                <a:spcPts val="0"/>
              </a:spcAft>
              <a:buSzPts val="2500"/>
              <a:buChar char="○"/>
              <a:defRPr/>
            </a:lvl8pPr>
            <a:lvl9pPr indent="-387350" lvl="8" marL="4114800">
              <a:spcBef>
                <a:spcPts val="0"/>
              </a:spcBef>
              <a:spcAft>
                <a:spcPts val="0"/>
              </a:spcAft>
              <a:buSzPts val="2500"/>
              <a:buChar char="■"/>
              <a:defRPr/>
            </a:lvl9pPr>
          </a:lstStyle>
          <a:p/>
        </p:txBody>
      </p:sp>
      <p:sp>
        <p:nvSpPr>
          <p:cNvPr id="19" name="Google Shape;19;p4"/>
          <p:cNvSpPr txBox="1"/>
          <p:nvPr>
            <p:ph idx="12" type="sldNum"/>
          </p:nvPr>
        </p:nvSpPr>
        <p:spPr>
          <a:xfrm>
            <a:off x="14009576" y="9693616"/>
            <a:ext cx="907200" cy="818100"/>
          </a:xfrm>
          <a:prstGeom prst="rect">
            <a:avLst/>
          </a:prstGeom>
        </p:spPr>
        <p:txBody>
          <a:bodyPr anchorCtr="0" anchor="ctr" bIns="164125" lIns="164125" spcFirstLastPara="1" rIns="164125" wrap="square" tIns="1641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515409" y="925091"/>
            <a:ext cx="14089200" cy="1190400"/>
          </a:xfrm>
          <a:prstGeom prst="rect">
            <a:avLst/>
          </a:prstGeom>
        </p:spPr>
        <p:txBody>
          <a:bodyPr anchorCtr="0" anchor="t" bIns="164125" lIns="164125" spcFirstLastPara="1" rIns="164125" wrap="square" tIns="164125">
            <a:normAutofit/>
          </a:bodyPr>
          <a:lstStyle>
            <a:lvl1pPr lvl="0">
              <a:spcBef>
                <a:spcPts val="0"/>
              </a:spcBef>
              <a:spcAft>
                <a:spcPts val="0"/>
              </a:spcAft>
              <a:buSzPts val="5000"/>
              <a:buNone/>
              <a:defRPr/>
            </a:lvl1pPr>
            <a:lvl2pPr lvl="1">
              <a:spcBef>
                <a:spcPts val="0"/>
              </a:spcBef>
              <a:spcAft>
                <a:spcPts val="0"/>
              </a:spcAft>
              <a:buSzPts val="5000"/>
              <a:buNone/>
              <a:defRPr/>
            </a:lvl2pPr>
            <a:lvl3pPr lvl="2">
              <a:spcBef>
                <a:spcPts val="0"/>
              </a:spcBef>
              <a:spcAft>
                <a:spcPts val="0"/>
              </a:spcAft>
              <a:buSzPts val="5000"/>
              <a:buNone/>
              <a:defRPr/>
            </a:lvl3pPr>
            <a:lvl4pPr lvl="3">
              <a:spcBef>
                <a:spcPts val="0"/>
              </a:spcBef>
              <a:spcAft>
                <a:spcPts val="0"/>
              </a:spcAft>
              <a:buSzPts val="5000"/>
              <a:buNone/>
              <a:defRPr/>
            </a:lvl4pPr>
            <a:lvl5pPr lvl="4">
              <a:spcBef>
                <a:spcPts val="0"/>
              </a:spcBef>
              <a:spcAft>
                <a:spcPts val="0"/>
              </a:spcAft>
              <a:buSzPts val="5000"/>
              <a:buNone/>
              <a:defRPr/>
            </a:lvl5pPr>
            <a:lvl6pPr lvl="5">
              <a:spcBef>
                <a:spcPts val="0"/>
              </a:spcBef>
              <a:spcAft>
                <a:spcPts val="0"/>
              </a:spcAft>
              <a:buSzPts val="5000"/>
              <a:buNone/>
              <a:defRPr/>
            </a:lvl6pPr>
            <a:lvl7pPr lvl="6">
              <a:spcBef>
                <a:spcPts val="0"/>
              </a:spcBef>
              <a:spcAft>
                <a:spcPts val="0"/>
              </a:spcAft>
              <a:buSzPts val="5000"/>
              <a:buNone/>
              <a:defRPr/>
            </a:lvl7pPr>
            <a:lvl8pPr lvl="7">
              <a:spcBef>
                <a:spcPts val="0"/>
              </a:spcBef>
              <a:spcAft>
                <a:spcPts val="0"/>
              </a:spcAft>
              <a:buSzPts val="5000"/>
              <a:buNone/>
              <a:defRPr/>
            </a:lvl8pPr>
            <a:lvl9pPr lvl="8">
              <a:spcBef>
                <a:spcPts val="0"/>
              </a:spcBef>
              <a:spcAft>
                <a:spcPts val="0"/>
              </a:spcAft>
              <a:buSzPts val="5000"/>
              <a:buNone/>
              <a:defRPr/>
            </a:lvl9pPr>
          </a:lstStyle>
          <a:p/>
        </p:txBody>
      </p:sp>
      <p:sp>
        <p:nvSpPr>
          <p:cNvPr id="22" name="Google Shape;22;p5"/>
          <p:cNvSpPr txBox="1"/>
          <p:nvPr>
            <p:ph idx="1" type="body"/>
          </p:nvPr>
        </p:nvSpPr>
        <p:spPr>
          <a:xfrm>
            <a:off x="515409" y="2395696"/>
            <a:ext cx="6614100" cy="7101900"/>
          </a:xfrm>
          <a:prstGeom prst="rect">
            <a:avLst/>
          </a:prstGeom>
        </p:spPr>
        <p:txBody>
          <a:bodyPr anchorCtr="0" anchor="t" bIns="164125" lIns="164125" spcFirstLastPara="1" rIns="164125" wrap="square" tIns="164125">
            <a:normAutofit/>
          </a:bodyPr>
          <a:lstStyle>
            <a:lvl1pPr indent="-387350" lvl="0" marL="457200">
              <a:spcBef>
                <a:spcPts val="0"/>
              </a:spcBef>
              <a:spcAft>
                <a:spcPts val="0"/>
              </a:spcAft>
              <a:buSzPts val="2500"/>
              <a:buChar char="●"/>
              <a:defRPr sz="2500"/>
            </a:lvl1pPr>
            <a:lvl2pPr indent="-368300" lvl="1" marL="914400">
              <a:spcBef>
                <a:spcPts val="0"/>
              </a:spcBef>
              <a:spcAft>
                <a:spcPts val="0"/>
              </a:spcAft>
              <a:buSzPts val="2200"/>
              <a:buChar char="○"/>
              <a:defRPr sz="2200"/>
            </a:lvl2pPr>
            <a:lvl3pPr indent="-368300" lvl="2" marL="1371600">
              <a:spcBef>
                <a:spcPts val="0"/>
              </a:spcBef>
              <a:spcAft>
                <a:spcPts val="0"/>
              </a:spcAft>
              <a:buSzPts val="2200"/>
              <a:buChar char="■"/>
              <a:defRPr sz="2200"/>
            </a:lvl3pPr>
            <a:lvl4pPr indent="-368300" lvl="3" marL="1828800">
              <a:spcBef>
                <a:spcPts val="0"/>
              </a:spcBef>
              <a:spcAft>
                <a:spcPts val="0"/>
              </a:spcAft>
              <a:buSzPts val="2200"/>
              <a:buChar char="●"/>
              <a:defRPr sz="2200"/>
            </a:lvl4pPr>
            <a:lvl5pPr indent="-368300" lvl="4" marL="2286000">
              <a:spcBef>
                <a:spcPts val="0"/>
              </a:spcBef>
              <a:spcAft>
                <a:spcPts val="0"/>
              </a:spcAft>
              <a:buSzPts val="2200"/>
              <a:buChar char="○"/>
              <a:defRPr sz="2200"/>
            </a:lvl5pPr>
            <a:lvl6pPr indent="-368300" lvl="5" marL="2743200">
              <a:spcBef>
                <a:spcPts val="0"/>
              </a:spcBef>
              <a:spcAft>
                <a:spcPts val="0"/>
              </a:spcAft>
              <a:buSzPts val="2200"/>
              <a:buChar char="■"/>
              <a:defRPr sz="2200"/>
            </a:lvl6pPr>
            <a:lvl7pPr indent="-368300" lvl="6" marL="3200400">
              <a:spcBef>
                <a:spcPts val="0"/>
              </a:spcBef>
              <a:spcAft>
                <a:spcPts val="0"/>
              </a:spcAft>
              <a:buSzPts val="2200"/>
              <a:buChar char="●"/>
              <a:defRPr sz="2200"/>
            </a:lvl7pPr>
            <a:lvl8pPr indent="-368300" lvl="7" marL="3657600">
              <a:spcBef>
                <a:spcPts val="0"/>
              </a:spcBef>
              <a:spcAft>
                <a:spcPts val="0"/>
              </a:spcAft>
              <a:buSzPts val="2200"/>
              <a:buChar char="○"/>
              <a:defRPr sz="2200"/>
            </a:lvl8pPr>
            <a:lvl9pPr indent="-368300" lvl="8" marL="4114800">
              <a:spcBef>
                <a:spcPts val="0"/>
              </a:spcBef>
              <a:spcAft>
                <a:spcPts val="0"/>
              </a:spcAft>
              <a:buSzPts val="2200"/>
              <a:buChar char="■"/>
              <a:defRPr sz="2200"/>
            </a:lvl9pPr>
          </a:lstStyle>
          <a:p/>
        </p:txBody>
      </p:sp>
      <p:sp>
        <p:nvSpPr>
          <p:cNvPr id="23" name="Google Shape;23;p5"/>
          <p:cNvSpPr txBox="1"/>
          <p:nvPr>
            <p:ph idx="2" type="body"/>
          </p:nvPr>
        </p:nvSpPr>
        <p:spPr>
          <a:xfrm>
            <a:off x="7990583" y="2395696"/>
            <a:ext cx="6614100" cy="7101900"/>
          </a:xfrm>
          <a:prstGeom prst="rect">
            <a:avLst/>
          </a:prstGeom>
        </p:spPr>
        <p:txBody>
          <a:bodyPr anchorCtr="0" anchor="t" bIns="164125" lIns="164125" spcFirstLastPara="1" rIns="164125" wrap="square" tIns="164125">
            <a:normAutofit/>
          </a:bodyPr>
          <a:lstStyle>
            <a:lvl1pPr indent="-387350" lvl="0" marL="457200">
              <a:spcBef>
                <a:spcPts val="0"/>
              </a:spcBef>
              <a:spcAft>
                <a:spcPts val="0"/>
              </a:spcAft>
              <a:buSzPts val="2500"/>
              <a:buChar char="●"/>
              <a:defRPr sz="2500"/>
            </a:lvl1pPr>
            <a:lvl2pPr indent="-368300" lvl="1" marL="914400">
              <a:spcBef>
                <a:spcPts val="0"/>
              </a:spcBef>
              <a:spcAft>
                <a:spcPts val="0"/>
              </a:spcAft>
              <a:buSzPts val="2200"/>
              <a:buChar char="○"/>
              <a:defRPr sz="2200"/>
            </a:lvl2pPr>
            <a:lvl3pPr indent="-368300" lvl="2" marL="1371600">
              <a:spcBef>
                <a:spcPts val="0"/>
              </a:spcBef>
              <a:spcAft>
                <a:spcPts val="0"/>
              </a:spcAft>
              <a:buSzPts val="2200"/>
              <a:buChar char="■"/>
              <a:defRPr sz="2200"/>
            </a:lvl3pPr>
            <a:lvl4pPr indent="-368300" lvl="3" marL="1828800">
              <a:spcBef>
                <a:spcPts val="0"/>
              </a:spcBef>
              <a:spcAft>
                <a:spcPts val="0"/>
              </a:spcAft>
              <a:buSzPts val="2200"/>
              <a:buChar char="●"/>
              <a:defRPr sz="2200"/>
            </a:lvl4pPr>
            <a:lvl5pPr indent="-368300" lvl="4" marL="2286000">
              <a:spcBef>
                <a:spcPts val="0"/>
              </a:spcBef>
              <a:spcAft>
                <a:spcPts val="0"/>
              </a:spcAft>
              <a:buSzPts val="2200"/>
              <a:buChar char="○"/>
              <a:defRPr sz="2200"/>
            </a:lvl5pPr>
            <a:lvl6pPr indent="-368300" lvl="5" marL="2743200">
              <a:spcBef>
                <a:spcPts val="0"/>
              </a:spcBef>
              <a:spcAft>
                <a:spcPts val="0"/>
              </a:spcAft>
              <a:buSzPts val="2200"/>
              <a:buChar char="■"/>
              <a:defRPr sz="2200"/>
            </a:lvl6pPr>
            <a:lvl7pPr indent="-368300" lvl="6" marL="3200400">
              <a:spcBef>
                <a:spcPts val="0"/>
              </a:spcBef>
              <a:spcAft>
                <a:spcPts val="0"/>
              </a:spcAft>
              <a:buSzPts val="2200"/>
              <a:buChar char="●"/>
              <a:defRPr sz="2200"/>
            </a:lvl7pPr>
            <a:lvl8pPr indent="-368300" lvl="7" marL="3657600">
              <a:spcBef>
                <a:spcPts val="0"/>
              </a:spcBef>
              <a:spcAft>
                <a:spcPts val="0"/>
              </a:spcAft>
              <a:buSzPts val="2200"/>
              <a:buChar char="○"/>
              <a:defRPr sz="2200"/>
            </a:lvl8pPr>
            <a:lvl9pPr indent="-368300" lvl="8" marL="4114800">
              <a:spcBef>
                <a:spcPts val="0"/>
              </a:spcBef>
              <a:spcAft>
                <a:spcPts val="0"/>
              </a:spcAft>
              <a:buSzPts val="2200"/>
              <a:buChar char="■"/>
              <a:defRPr sz="2200"/>
            </a:lvl9pPr>
          </a:lstStyle>
          <a:p/>
        </p:txBody>
      </p:sp>
      <p:sp>
        <p:nvSpPr>
          <p:cNvPr id="24" name="Google Shape;24;p5"/>
          <p:cNvSpPr txBox="1"/>
          <p:nvPr>
            <p:ph idx="12" type="sldNum"/>
          </p:nvPr>
        </p:nvSpPr>
        <p:spPr>
          <a:xfrm>
            <a:off x="14009576" y="9693616"/>
            <a:ext cx="907200" cy="818100"/>
          </a:xfrm>
          <a:prstGeom prst="rect">
            <a:avLst/>
          </a:prstGeom>
        </p:spPr>
        <p:txBody>
          <a:bodyPr anchorCtr="0" anchor="ctr" bIns="164125" lIns="164125" spcFirstLastPara="1" rIns="164125" wrap="square" tIns="1641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515409" y="925091"/>
            <a:ext cx="14089200" cy="1190400"/>
          </a:xfrm>
          <a:prstGeom prst="rect">
            <a:avLst/>
          </a:prstGeom>
        </p:spPr>
        <p:txBody>
          <a:bodyPr anchorCtr="0" anchor="t" bIns="164125" lIns="164125" spcFirstLastPara="1" rIns="164125" wrap="square" tIns="164125">
            <a:normAutofit/>
          </a:bodyPr>
          <a:lstStyle>
            <a:lvl1pPr lvl="0">
              <a:spcBef>
                <a:spcPts val="0"/>
              </a:spcBef>
              <a:spcAft>
                <a:spcPts val="0"/>
              </a:spcAft>
              <a:buSzPts val="5000"/>
              <a:buNone/>
              <a:defRPr/>
            </a:lvl1pPr>
            <a:lvl2pPr lvl="1">
              <a:spcBef>
                <a:spcPts val="0"/>
              </a:spcBef>
              <a:spcAft>
                <a:spcPts val="0"/>
              </a:spcAft>
              <a:buSzPts val="5000"/>
              <a:buNone/>
              <a:defRPr/>
            </a:lvl2pPr>
            <a:lvl3pPr lvl="2">
              <a:spcBef>
                <a:spcPts val="0"/>
              </a:spcBef>
              <a:spcAft>
                <a:spcPts val="0"/>
              </a:spcAft>
              <a:buSzPts val="5000"/>
              <a:buNone/>
              <a:defRPr/>
            </a:lvl3pPr>
            <a:lvl4pPr lvl="3">
              <a:spcBef>
                <a:spcPts val="0"/>
              </a:spcBef>
              <a:spcAft>
                <a:spcPts val="0"/>
              </a:spcAft>
              <a:buSzPts val="5000"/>
              <a:buNone/>
              <a:defRPr/>
            </a:lvl4pPr>
            <a:lvl5pPr lvl="4">
              <a:spcBef>
                <a:spcPts val="0"/>
              </a:spcBef>
              <a:spcAft>
                <a:spcPts val="0"/>
              </a:spcAft>
              <a:buSzPts val="5000"/>
              <a:buNone/>
              <a:defRPr/>
            </a:lvl5pPr>
            <a:lvl6pPr lvl="5">
              <a:spcBef>
                <a:spcPts val="0"/>
              </a:spcBef>
              <a:spcAft>
                <a:spcPts val="0"/>
              </a:spcAft>
              <a:buSzPts val="5000"/>
              <a:buNone/>
              <a:defRPr/>
            </a:lvl6pPr>
            <a:lvl7pPr lvl="6">
              <a:spcBef>
                <a:spcPts val="0"/>
              </a:spcBef>
              <a:spcAft>
                <a:spcPts val="0"/>
              </a:spcAft>
              <a:buSzPts val="5000"/>
              <a:buNone/>
              <a:defRPr/>
            </a:lvl7pPr>
            <a:lvl8pPr lvl="7">
              <a:spcBef>
                <a:spcPts val="0"/>
              </a:spcBef>
              <a:spcAft>
                <a:spcPts val="0"/>
              </a:spcAft>
              <a:buSzPts val="5000"/>
              <a:buNone/>
              <a:defRPr/>
            </a:lvl8pPr>
            <a:lvl9pPr lvl="8">
              <a:spcBef>
                <a:spcPts val="0"/>
              </a:spcBef>
              <a:spcAft>
                <a:spcPts val="0"/>
              </a:spcAft>
              <a:buSzPts val="5000"/>
              <a:buNone/>
              <a:defRPr/>
            </a:lvl9pPr>
          </a:lstStyle>
          <a:p/>
        </p:txBody>
      </p:sp>
      <p:sp>
        <p:nvSpPr>
          <p:cNvPr id="27" name="Google Shape;27;p6"/>
          <p:cNvSpPr txBox="1"/>
          <p:nvPr>
            <p:ph idx="12" type="sldNum"/>
          </p:nvPr>
        </p:nvSpPr>
        <p:spPr>
          <a:xfrm>
            <a:off x="14009576" y="9693616"/>
            <a:ext cx="907200" cy="818100"/>
          </a:xfrm>
          <a:prstGeom prst="rect">
            <a:avLst/>
          </a:prstGeom>
        </p:spPr>
        <p:txBody>
          <a:bodyPr anchorCtr="0" anchor="ctr" bIns="164125" lIns="164125" spcFirstLastPara="1" rIns="164125" wrap="square" tIns="1641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515409" y="1154948"/>
            <a:ext cx="4643100" cy="1570800"/>
          </a:xfrm>
          <a:prstGeom prst="rect">
            <a:avLst/>
          </a:prstGeom>
        </p:spPr>
        <p:txBody>
          <a:bodyPr anchorCtr="0" anchor="b" bIns="164125" lIns="164125" spcFirstLastPara="1" rIns="164125" wrap="square" tIns="164125">
            <a:normAutofit/>
          </a:bodyPr>
          <a:lstStyle>
            <a:lvl1pPr lvl="0">
              <a:spcBef>
                <a:spcPts val="0"/>
              </a:spcBef>
              <a:spcAft>
                <a:spcPts val="0"/>
              </a:spcAft>
              <a:buSzPts val="4300"/>
              <a:buNone/>
              <a:defRPr sz="4300"/>
            </a:lvl1pPr>
            <a:lvl2pPr lvl="1">
              <a:spcBef>
                <a:spcPts val="0"/>
              </a:spcBef>
              <a:spcAft>
                <a:spcPts val="0"/>
              </a:spcAft>
              <a:buSzPts val="4300"/>
              <a:buNone/>
              <a:defRPr sz="4300"/>
            </a:lvl2pPr>
            <a:lvl3pPr lvl="2">
              <a:spcBef>
                <a:spcPts val="0"/>
              </a:spcBef>
              <a:spcAft>
                <a:spcPts val="0"/>
              </a:spcAft>
              <a:buSzPts val="4300"/>
              <a:buNone/>
              <a:defRPr sz="4300"/>
            </a:lvl3pPr>
            <a:lvl4pPr lvl="3">
              <a:spcBef>
                <a:spcPts val="0"/>
              </a:spcBef>
              <a:spcAft>
                <a:spcPts val="0"/>
              </a:spcAft>
              <a:buSzPts val="4300"/>
              <a:buNone/>
              <a:defRPr sz="4300"/>
            </a:lvl4pPr>
            <a:lvl5pPr lvl="4">
              <a:spcBef>
                <a:spcPts val="0"/>
              </a:spcBef>
              <a:spcAft>
                <a:spcPts val="0"/>
              </a:spcAft>
              <a:buSzPts val="4300"/>
              <a:buNone/>
              <a:defRPr sz="4300"/>
            </a:lvl5pPr>
            <a:lvl6pPr lvl="5">
              <a:spcBef>
                <a:spcPts val="0"/>
              </a:spcBef>
              <a:spcAft>
                <a:spcPts val="0"/>
              </a:spcAft>
              <a:buSzPts val="4300"/>
              <a:buNone/>
              <a:defRPr sz="4300"/>
            </a:lvl6pPr>
            <a:lvl7pPr lvl="6">
              <a:spcBef>
                <a:spcPts val="0"/>
              </a:spcBef>
              <a:spcAft>
                <a:spcPts val="0"/>
              </a:spcAft>
              <a:buSzPts val="4300"/>
              <a:buNone/>
              <a:defRPr sz="4300"/>
            </a:lvl7pPr>
            <a:lvl8pPr lvl="7">
              <a:spcBef>
                <a:spcPts val="0"/>
              </a:spcBef>
              <a:spcAft>
                <a:spcPts val="0"/>
              </a:spcAft>
              <a:buSzPts val="4300"/>
              <a:buNone/>
              <a:defRPr sz="4300"/>
            </a:lvl8pPr>
            <a:lvl9pPr lvl="8">
              <a:spcBef>
                <a:spcPts val="0"/>
              </a:spcBef>
              <a:spcAft>
                <a:spcPts val="0"/>
              </a:spcAft>
              <a:buSzPts val="4300"/>
              <a:buNone/>
              <a:defRPr sz="4300"/>
            </a:lvl9pPr>
          </a:lstStyle>
          <a:p/>
        </p:txBody>
      </p:sp>
      <p:sp>
        <p:nvSpPr>
          <p:cNvPr id="30" name="Google Shape;30;p7"/>
          <p:cNvSpPr txBox="1"/>
          <p:nvPr>
            <p:ph idx="1" type="body"/>
          </p:nvPr>
        </p:nvSpPr>
        <p:spPr>
          <a:xfrm>
            <a:off x="515409" y="2888617"/>
            <a:ext cx="4643100" cy="6609000"/>
          </a:xfrm>
          <a:prstGeom prst="rect">
            <a:avLst/>
          </a:prstGeom>
        </p:spPr>
        <p:txBody>
          <a:bodyPr anchorCtr="0" anchor="t" bIns="164125" lIns="164125" spcFirstLastPara="1" rIns="164125" wrap="square" tIns="164125">
            <a:normAutofit/>
          </a:bodyPr>
          <a:lstStyle>
            <a:lvl1pPr indent="-368300" lvl="0" marL="457200">
              <a:spcBef>
                <a:spcPts val="0"/>
              </a:spcBef>
              <a:spcAft>
                <a:spcPts val="0"/>
              </a:spcAft>
              <a:buSzPts val="2200"/>
              <a:buChar char="●"/>
              <a:defRPr sz="2200"/>
            </a:lvl1pPr>
            <a:lvl2pPr indent="-368300" lvl="1" marL="914400">
              <a:spcBef>
                <a:spcPts val="0"/>
              </a:spcBef>
              <a:spcAft>
                <a:spcPts val="0"/>
              </a:spcAft>
              <a:buSzPts val="2200"/>
              <a:buChar char="○"/>
              <a:defRPr sz="2200"/>
            </a:lvl2pPr>
            <a:lvl3pPr indent="-368300" lvl="2" marL="1371600">
              <a:spcBef>
                <a:spcPts val="0"/>
              </a:spcBef>
              <a:spcAft>
                <a:spcPts val="0"/>
              </a:spcAft>
              <a:buSzPts val="2200"/>
              <a:buChar char="■"/>
              <a:defRPr sz="2200"/>
            </a:lvl3pPr>
            <a:lvl4pPr indent="-368300" lvl="3" marL="1828800">
              <a:spcBef>
                <a:spcPts val="0"/>
              </a:spcBef>
              <a:spcAft>
                <a:spcPts val="0"/>
              </a:spcAft>
              <a:buSzPts val="2200"/>
              <a:buChar char="●"/>
              <a:defRPr sz="2200"/>
            </a:lvl4pPr>
            <a:lvl5pPr indent="-368300" lvl="4" marL="2286000">
              <a:spcBef>
                <a:spcPts val="0"/>
              </a:spcBef>
              <a:spcAft>
                <a:spcPts val="0"/>
              </a:spcAft>
              <a:buSzPts val="2200"/>
              <a:buChar char="○"/>
              <a:defRPr sz="2200"/>
            </a:lvl5pPr>
            <a:lvl6pPr indent="-368300" lvl="5" marL="2743200">
              <a:spcBef>
                <a:spcPts val="0"/>
              </a:spcBef>
              <a:spcAft>
                <a:spcPts val="0"/>
              </a:spcAft>
              <a:buSzPts val="2200"/>
              <a:buChar char="■"/>
              <a:defRPr sz="2200"/>
            </a:lvl6pPr>
            <a:lvl7pPr indent="-368300" lvl="6" marL="3200400">
              <a:spcBef>
                <a:spcPts val="0"/>
              </a:spcBef>
              <a:spcAft>
                <a:spcPts val="0"/>
              </a:spcAft>
              <a:buSzPts val="2200"/>
              <a:buChar char="●"/>
              <a:defRPr sz="2200"/>
            </a:lvl7pPr>
            <a:lvl8pPr indent="-368300" lvl="7" marL="3657600">
              <a:spcBef>
                <a:spcPts val="0"/>
              </a:spcBef>
              <a:spcAft>
                <a:spcPts val="0"/>
              </a:spcAft>
              <a:buSzPts val="2200"/>
              <a:buChar char="○"/>
              <a:defRPr sz="2200"/>
            </a:lvl8pPr>
            <a:lvl9pPr indent="-368300" lvl="8" marL="4114800">
              <a:spcBef>
                <a:spcPts val="0"/>
              </a:spcBef>
              <a:spcAft>
                <a:spcPts val="0"/>
              </a:spcAft>
              <a:buSzPts val="2200"/>
              <a:buChar char="■"/>
              <a:defRPr sz="2200"/>
            </a:lvl9pPr>
          </a:lstStyle>
          <a:p/>
        </p:txBody>
      </p:sp>
      <p:sp>
        <p:nvSpPr>
          <p:cNvPr id="31" name="Google Shape;31;p7"/>
          <p:cNvSpPr txBox="1"/>
          <p:nvPr>
            <p:ph idx="12" type="sldNum"/>
          </p:nvPr>
        </p:nvSpPr>
        <p:spPr>
          <a:xfrm>
            <a:off x="14009576" y="9693616"/>
            <a:ext cx="907200" cy="818100"/>
          </a:xfrm>
          <a:prstGeom prst="rect">
            <a:avLst/>
          </a:prstGeom>
        </p:spPr>
        <p:txBody>
          <a:bodyPr anchorCtr="0" anchor="ctr" bIns="164125" lIns="164125" spcFirstLastPara="1" rIns="164125" wrap="square" tIns="1641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810650" y="935745"/>
            <a:ext cx="10529400" cy="8503800"/>
          </a:xfrm>
          <a:prstGeom prst="rect">
            <a:avLst/>
          </a:prstGeom>
        </p:spPr>
        <p:txBody>
          <a:bodyPr anchorCtr="0" anchor="ctr" bIns="164125" lIns="164125" spcFirstLastPara="1" rIns="164125" wrap="square" tIns="164125">
            <a:normAutofit/>
          </a:bodyPr>
          <a:lstStyle>
            <a:lvl1pPr lvl="0">
              <a:spcBef>
                <a:spcPts val="0"/>
              </a:spcBef>
              <a:spcAft>
                <a:spcPts val="0"/>
              </a:spcAft>
              <a:buSzPts val="8600"/>
              <a:buNone/>
              <a:defRPr sz="8600"/>
            </a:lvl1pPr>
            <a:lvl2pPr lvl="1">
              <a:spcBef>
                <a:spcPts val="0"/>
              </a:spcBef>
              <a:spcAft>
                <a:spcPts val="0"/>
              </a:spcAft>
              <a:buSzPts val="8600"/>
              <a:buNone/>
              <a:defRPr sz="8600"/>
            </a:lvl2pPr>
            <a:lvl3pPr lvl="2">
              <a:spcBef>
                <a:spcPts val="0"/>
              </a:spcBef>
              <a:spcAft>
                <a:spcPts val="0"/>
              </a:spcAft>
              <a:buSzPts val="8600"/>
              <a:buNone/>
              <a:defRPr sz="8600"/>
            </a:lvl3pPr>
            <a:lvl4pPr lvl="3">
              <a:spcBef>
                <a:spcPts val="0"/>
              </a:spcBef>
              <a:spcAft>
                <a:spcPts val="0"/>
              </a:spcAft>
              <a:buSzPts val="8600"/>
              <a:buNone/>
              <a:defRPr sz="8600"/>
            </a:lvl4pPr>
            <a:lvl5pPr lvl="4">
              <a:spcBef>
                <a:spcPts val="0"/>
              </a:spcBef>
              <a:spcAft>
                <a:spcPts val="0"/>
              </a:spcAft>
              <a:buSzPts val="8600"/>
              <a:buNone/>
              <a:defRPr sz="8600"/>
            </a:lvl5pPr>
            <a:lvl6pPr lvl="5">
              <a:spcBef>
                <a:spcPts val="0"/>
              </a:spcBef>
              <a:spcAft>
                <a:spcPts val="0"/>
              </a:spcAft>
              <a:buSzPts val="8600"/>
              <a:buNone/>
              <a:defRPr sz="8600"/>
            </a:lvl6pPr>
            <a:lvl7pPr lvl="6">
              <a:spcBef>
                <a:spcPts val="0"/>
              </a:spcBef>
              <a:spcAft>
                <a:spcPts val="0"/>
              </a:spcAft>
              <a:buSzPts val="8600"/>
              <a:buNone/>
              <a:defRPr sz="8600"/>
            </a:lvl7pPr>
            <a:lvl8pPr lvl="7">
              <a:spcBef>
                <a:spcPts val="0"/>
              </a:spcBef>
              <a:spcAft>
                <a:spcPts val="0"/>
              </a:spcAft>
              <a:buSzPts val="8600"/>
              <a:buNone/>
              <a:defRPr sz="8600"/>
            </a:lvl8pPr>
            <a:lvl9pPr lvl="8">
              <a:spcBef>
                <a:spcPts val="0"/>
              </a:spcBef>
              <a:spcAft>
                <a:spcPts val="0"/>
              </a:spcAft>
              <a:buSzPts val="8600"/>
              <a:buNone/>
              <a:defRPr sz="8600"/>
            </a:lvl9pPr>
          </a:lstStyle>
          <a:p/>
        </p:txBody>
      </p:sp>
      <p:sp>
        <p:nvSpPr>
          <p:cNvPr id="34" name="Google Shape;34;p8"/>
          <p:cNvSpPr txBox="1"/>
          <p:nvPr>
            <p:ph idx="12" type="sldNum"/>
          </p:nvPr>
        </p:nvSpPr>
        <p:spPr>
          <a:xfrm>
            <a:off x="14009576" y="9693616"/>
            <a:ext cx="907200" cy="818100"/>
          </a:xfrm>
          <a:prstGeom prst="rect">
            <a:avLst/>
          </a:prstGeom>
        </p:spPr>
        <p:txBody>
          <a:bodyPr anchorCtr="0" anchor="ctr" bIns="164125" lIns="164125" spcFirstLastPara="1" rIns="164125" wrap="square" tIns="1641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7560000" y="-260"/>
            <a:ext cx="7560000" cy="10692000"/>
          </a:xfrm>
          <a:prstGeom prst="rect">
            <a:avLst/>
          </a:prstGeom>
          <a:solidFill>
            <a:schemeClr val="lt2"/>
          </a:solidFill>
          <a:ln>
            <a:noFill/>
          </a:ln>
        </p:spPr>
        <p:txBody>
          <a:bodyPr anchorCtr="0" anchor="ctr" bIns="164125" lIns="164125" spcFirstLastPara="1" rIns="164125" wrap="square" tIns="1641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439016" y="2563450"/>
            <a:ext cx="6688800" cy="3081300"/>
          </a:xfrm>
          <a:prstGeom prst="rect">
            <a:avLst/>
          </a:prstGeom>
        </p:spPr>
        <p:txBody>
          <a:bodyPr anchorCtr="0" anchor="b" bIns="164125" lIns="164125" spcFirstLastPara="1" rIns="164125" wrap="square" tIns="164125">
            <a:normAutofit/>
          </a:bodyPr>
          <a:lstStyle>
            <a:lvl1pPr lvl="0" algn="ctr">
              <a:spcBef>
                <a:spcPts val="0"/>
              </a:spcBef>
              <a:spcAft>
                <a:spcPts val="0"/>
              </a:spcAft>
              <a:buSzPts val="7500"/>
              <a:buNone/>
              <a:defRPr sz="7500"/>
            </a:lvl1pPr>
            <a:lvl2pPr lvl="1" algn="ctr">
              <a:spcBef>
                <a:spcPts val="0"/>
              </a:spcBef>
              <a:spcAft>
                <a:spcPts val="0"/>
              </a:spcAft>
              <a:buSzPts val="7500"/>
              <a:buNone/>
              <a:defRPr sz="7500"/>
            </a:lvl2pPr>
            <a:lvl3pPr lvl="2" algn="ctr">
              <a:spcBef>
                <a:spcPts val="0"/>
              </a:spcBef>
              <a:spcAft>
                <a:spcPts val="0"/>
              </a:spcAft>
              <a:buSzPts val="7500"/>
              <a:buNone/>
              <a:defRPr sz="7500"/>
            </a:lvl3pPr>
            <a:lvl4pPr lvl="3" algn="ctr">
              <a:spcBef>
                <a:spcPts val="0"/>
              </a:spcBef>
              <a:spcAft>
                <a:spcPts val="0"/>
              </a:spcAft>
              <a:buSzPts val="7500"/>
              <a:buNone/>
              <a:defRPr sz="7500"/>
            </a:lvl4pPr>
            <a:lvl5pPr lvl="4" algn="ctr">
              <a:spcBef>
                <a:spcPts val="0"/>
              </a:spcBef>
              <a:spcAft>
                <a:spcPts val="0"/>
              </a:spcAft>
              <a:buSzPts val="7500"/>
              <a:buNone/>
              <a:defRPr sz="7500"/>
            </a:lvl5pPr>
            <a:lvl6pPr lvl="5" algn="ctr">
              <a:spcBef>
                <a:spcPts val="0"/>
              </a:spcBef>
              <a:spcAft>
                <a:spcPts val="0"/>
              </a:spcAft>
              <a:buSzPts val="7500"/>
              <a:buNone/>
              <a:defRPr sz="7500"/>
            </a:lvl6pPr>
            <a:lvl7pPr lvl="6" algn="ctr">
              <a:spcBef>
                <a:spcPts val="0"/>
              </a:spcBef>
              <a:spcAft>
                <a:spcPts val="0"/>
              </a:spcAft>
              <a:buSzPts val="7500"/>
              <a:buNone/>
              <a:defRPr sz="7500"/>
            </a:lvl7pPr>
            <a:lvl8pPr lvl="7" algn="ctr">
              <a:spcBef>
                <a:spcPts val="0"/>
              </a:spcBef>
              <a:spcAft>
                <a:spcPts val="0"/>
              </a:spcAft>
              <a:buSzPts val="7500"/>
              <a:buNone/>
              <a:defRPr sz="7500"/>
            </a:lvl8pPr>
            <a:lvl9pPr lvl="8" algn="ctr">
              <a:spcBef>
                <a:spcPts val="0"/>
              </a:spcBef>
              <a:spcAft>
                <a:spcPts val="0"/>
              </a:spcAft>
              <a:buSzPts val="7500"/>
              <a:buNone/>
              <a:defRPr sz="7500"/>
            </a:lvl9pPr>
          </a:lstStyle>
          <a:p/>
        </p:txBody>
      </p:sp>
      <p:sp>
        <p:nvSpPr>
          <p:cNvPr id="38" name="Google Shape;38;p9"/>
          <p:cNvSpPr txBox="1"/>
          <p:nvPr>
            <p:ph idx="1" type="subTitle"/>
          </p:nvPr>
        </p:nvSpPr>
        <p:spPr>
          <a:xfrm>
            <a:off x="439016" y="5826865"/>
            <a:ext cx="6688800" cy="2567400"/>
          </a:xfrm>
          <a:prstGeom prst="rect">
            <a:avLst/>
          </a:prstGeom>
        </p:spPr>
        <p:txBody>
          <a:bodyPr anchorCtr="0" anchor="t" bIns="164125" lIns="164125" spcFirstLastPara="1" rIns="164125" wrap="square" tIns="164125">
            <a:normAutofit/>
          </a:bodyPr>
          <a:lstStyle>
            <a:lvl1pPr lvl="0" algn="ctr">
              <a:lnSpc>
                <a:spcPct val="100000"/>
              </a:lnSpc>
              <a:spcBef>
                <a:spcPts val="0"/>
              </a:spcBef>
              <a:spcAft>
                <a:spcPts val="0"/>
              </a:spcAft>
              <a:buSzPts val="3800"/>
              <a:buNone/>
              <a:defRPr sz="3800"/>
            </a:lvl1pPr>
            <a:lvl2pPr lvl="1" algn="ctr">
              <a:lnSpc>
                <a:spcPct val="100000"/>
              </a:lnSpc>
              <a:spcBef>
                <a:spcPts val="0"/>
              </a:spcBef>
              <a:spcAft>
                <a:spcPts val="0"/>
              </a:spcAft>
              <a:buSzPts val="3800"/>
              <a:buNone/>
              <a:defRPr sz="3800"/>
            </a:lvl2pPr>
            <a:lvl3pPr lvl="2" algn="ctr">
              <a:lnSpc>
                <a:spcPct val="100000"/>
              </a:lnSpc>
              <a:spcBef>
                <a:spcPts val="0"/>
              </a:spcBef>
              <a:spcAft>
                <a:spcPts val="0"/>
              </a:spcAft>
              <a:buSzPts val="3800"/>
              <a:buNone/>
              <a:defRPr sz="3800"/>
            </a:lvl3pPr>
            <a:lvl4pPr lvl="3" algn="ctr">
              <a:lnSpc>
                <a:spcPct val="100000"/>
              </a:lnSpc>
              <a:spcBef>
                <a:spcPts val="0"/>
              </a:spcBef>
              <a:spcAft>
                <a:spcPts val="0"/>
              </a:spcAft>
              <a:buSzPts val="3800"/>
              <a:buNone/>
              <a:defRPr sz="3800"/>
            </a:lvl4pPr>
            <a:lvl5pPr lvl="4" algn="ctr">
              <a:lnSpc>
                <a:spcPct val="100000"/>
              </a:lnSpc>
              <a:spcBef>
                <a:spcPts val="0"/>
              </a:spcBef>
              <a:spcAft>
                <a:spcPts val="0"/>
              </a:spcAft>
              <a:buSzPts val="3800"/>
              <a:buNone/>
              <a:defRPr sz="3800"/>
            </a:lvl5pPr>
            <a:lvl6pPr lvl="5" algn="ctr">
              <a:lnSpc>
                <a:spcPct val="100000"/>
              </a:lnSpc>
              <a:spcBef>
                <a:spcPts val="0"/>
              </a:spcBef>
              <a:spcAft>
                <a:spcPts val="0"/>
              </a:spcAft>
              <a:buSzPts val="3800"/>
              <a:buNone/>
              <a:defRPr sz="3800"/>
            </a:lvl6pPr>
            <a:lvl7pPr lvl="6" algn="ctr">
              <a:lnSpc>
                <a:spcPct val="100000"/>
              </a:lnSpc>
              <a:spcBef>
                <a:spcPts val="0"/>
              </a:spcBef>
              <a:spcAft>
                <a:spcPts val="0"/>
              </a:spcAft>
              <a:buSzPts val="3800"/>
              <a:buNone/>
              <a:defRPr sz="3800"/>
            </a:lvl7pPr>
            <a:lvl8pPr lvl="7" algn="ctr">
              <a:lnSpc>
                <a:spcPct val="100000"/>
              </a:lnSpc>
              <a:spcBef>
                <a:spcPts val="0"/>
              </a:spcBef>
              <a:spcAft>
                <a:spcPts val="0"/>
              </a:spcAft>
              <a:buSzPts val="3800"/>
              <a:buNone/>
              <a:defRPr sz="3800"/>
            </a:lvl8pPr>
            <a:lvl9pPr lvl="8" algn="ctr">
              <a:lnSpc>
                <a:spcPct val="100000"/>
              </a:lnSpc>
              <a:spcBef>
                <a:spcPts val="0"/>
              </a:spcBef>
              <a:spcAft>
                <a:spcPts val="0"/>
              </a:spcAft>
              <a:buSzPts val="3800"/>
              <a:buNone/>
              <a:defRPr sz="3800"/>
            </a:lvl9pPr>
          </a:lstStyle>
          <a:p/>
        </p:txBody>
      </p:sp>
      <p:sp>
        <p:nvSpPr>
          <p:cNvPr id="39" name="Google Shape;39;p9"/>
          <p:cNvSpPr txBox="1"/>
          <p:nvPr>
            <p:ph idx="2" type="body"/>
          </p:nvPr>
        </p:nvSpPr>
        <p:spPr>
          <a:xfrm>
            <a:off x="8167677" y="1505164"/>
            <a:ext cx="6344700" cy="7681200"/>
          </a:xfrm>
          <a:prstGeom prst="rect">
            <a:avLst/>
          </a:prstGeom>
        </p:spPr>
        <p:txBody>
          <a:bodyPr anchorCtr="0" anchor="ctr" bIns="164125" lIns="164125" spcFirstLastPara="1" rIns="164125" wrap="square" tIns="164125">
            <a:normAutofit/>
          </a:bodyPr>
          <a:lstStyle>
            <a:lvl1pPr indent="-431800" lvl="0" marL="457200">
              <a:spcBef>
                <a:spcPts val="0"/>
              </a:spcBef>
              <a:spcAft>
                <a:spcPts val="0"/>
              </a:spcAft>
              <a:buSzPts val="3200"/>
              <a:buChar char="●"/>
              <a:defRPr/>
            </a:lvl1pPr>
            <a:lvl2pPr indent="-387350" lvl="1" marL="914400">
              <a:spcBef>
                <a:spcPts val="0"/>
              </a:spcBef>
              <a:spcAft>
                <a:spcPts val="0"/>
              </a:spcAft>
              <a:buSzPts val="2500"/>
              <a:buChar char="○"/>
              <a:defRPr/>
            </a:lvl2pPr>
            <a:lvl3pPr indent="-387350" lvl="2" marL="1371600">
              <a:spcBef>
                <a:spcPts val="0"/>
              </a:spcBef>
              <a:spcAft>
                <a:spcPts val="0"/>
              </a:spcAft>
              <a:buSzPts val="2500"/>
              <a:buChar char="■"/>
              <a:defRPr/>
            </a:lvl3pPr>
            <a:lvl4pPr indent="-387350" lvl="3" marL="1828800">
              <a:spcBef>
                <a:spcPts val="0"/>
              </a:spcBef>
              <a:spcAft>
                <a:spcPts val="0"/>
              </a:spcAft>
              <a:buSzPts val="2500"/>
              <a:buChar char="●"/>
              <a:defRPr/>
            </a:lvl4pPr>
            <a:lvl5pPr indent="-387350" lvl="4" marL="2286000">
              <a:spcBef>
                <a:spcPts val="0"/>
              </a:spcBef>
              <a:spcAft>
                <a:spcPts val="0"/>
              </a:spcAft>
              <a:buSzPts val="2500"/>
              <a:buChar char="○"/>
              <a:defRPr/>
            </a:lvl5pPr>
            <a:lvl6pPr indent="-387350" lvl="5" marL="2743200">
              <a:spcBef>
                <a:spcPts val="0"/>
              </a:spcBef>
              <a:spcAft>
                <a:spcPts val="0"/>
              </a:spcAft>
              <a:buSzPts val="2500"/>
              <a:buChar char="■"/>
              <a:defRPr/>
            </a:lvl6pPr>
            <a:lvl7pPr indent="-387350" lvl="6" marL="3200400">
              <a:spcBef>
                <a:spcPts val="0"/>
              </a:spcBef>
              <a:spcAft>
                <a:spcPts val="0"/>
              </a:spcAft>
              <a:buSzPts val="2500"/>
              <a:buChar char="●"/>
              <a:defRPr/>
            </a:lvl7pPr>
            <a:lvl8pPr indent="-387350" lvl="7" marL="3657600">
              <a:spcBef>
                <a:spcPts val="0"/>
              </a:spcBef>
              <a:spcAft>
                <a:spcPts val="0"/>
              </a:spcAft>
              <a:buSzPts val="2500"/>
              <a:buChar char="○"/>
              <a:defRPr/>
            </a:lvl8pPr>
            <a:lvl9pPr indent="-387350" lvl="8" marL="4114800">
              <a:spcBef>
                <a:spcPts val="0"/>
              </a:spcBef>
              <a:spcAft>
                <a:spcPts val="0"/>
              </a:spcAft>
              <a:buSzPts val="2500"/>
              <a:buChar char="■"/>
              <a:defRPr/>
            </a:lvl9pPr>
          </a:lstStyle>
          <a:p/>
        </p:txBody>
      </p:sp>
      <p:sp>
        <p:nvSpPr>
          <p:cNvPr id="40" name="Google Shape;40;p9"/>
          <p:cNvSpPr txBox="1"/>
          <p:nvPr>
            <p:ph idx="12" type="sldNum"/>
          </p:nvPr>
        </p:nvSpPr>
        <p:spPr>
          <a:xfrm>
            <a:off x="14009576" y="9693616"/>
            <a:ext cx="907200" cy="818100"/>
          </a:xfrm>
          <a:prstGeom prst="rect">
            <a:avLst/>
          </a:prstGeom>
        </p:spPr>
        <p:txBody>
          <a:bodyPr anchorCtr="0" anchor="ctr" bIns="164125" lIns="164125" spcFirstLastPara="1" rIns="164125" wrap="square" tIns="1641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515409" y="8794266"/>
            <a:ext cx="9919200" cy="1257900"/>
          </a:xfrm>
          <a:prstGeom prst="rect">
            <a:avLst/>
          </a:prstGeom>
        </p:spPr>
        <p:txBody>
          <a:bodyPr anchorCtr="0" anchor="ctr" bIns="164125" lIns="164125" spcFirstLastPara="1" rIns="164125" wrap="square" tIns="164125">
            <a:normAutofit/>
          </a:bodyPr>
          <a:lstStyle>
            <a:lvl1pPr indent="-228600" lvl="0" marL="457200">
              <a:lnSpc>
                <a:spcPct val="100000"/>
              </a:lnSpc>
              <a:spcBef>
                <a:spcPts val="0"/>
              </a:spcBef>
              <a:spcAft>
                <a:spcPts val="0"/>
              </a:spcAft>
              <a:buSzPts val="3200"/>
              <a:buNone/>
              <a:defRPr/>
            </a:lvl1pPr>
          </a:lstStyle>
          <a:p/>
        </p:txBody>
      </p:sp>
      <p:sp>
        <p:nvSpPr>
          <p:cNvPr id="43" name="Google Shape;43;p10"/>
          <p:cNvSpPr txBox="1"/>
          <p:nvPr>
            <p:ph idx="12" type="sldNum"/>
          </p:nvPr>
        </p:nvSpPr>
        <p:spPr>
          <a:xfrm>
            <a:off x="14009576" y="9693616"/>
            <a:ext cx="907200" cy="818100"/>
          </a:xfrm>
          <a:prstGeom prst="rect">
            <a:avLst/>
          </a:prstGeom>
        </p:spPr>
        <p:txBody>
          <a:bodyPr anchorCtr="0" anchor="ctr" bIns="164125" lIns="164125" spcFirstLastPara="1" rIns="164125" wrap="square" tIns="1641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515409" y="2299346"/>
            <a:ext cx="14089200" cy="4081500"/>
          </a:xfrm>
          <a:prstGeom prst="rect">
            <a:avLst/>
          </a:prstGeom>
        </p:spPr>
        <p:txBody>
          <a:bodyPr anchorCtr="0" anchor="b" bIns="164125" lIns="164125" spcFirstLastPara="1" rIns="164125" wrap="square" tIns="164125">
            <a:normAutofit/>
          </a:bodyPr>
          <a:lstStyle>
            <a:lvl1pPr lvl="0" algn="ctr">
              <a:spcBef>
                <a:spcPts val="0"/>
              </a:spcBef>
              <a:spcAft>
                <a:spcPts val="0"/>
              </a:spcAft>
              <a:buSzPts val="21500"/>
              <a:buNone/>
              <a:defRPr sz="21500"/>
            </a:lvl1pPr>
            <a:lvl2pPr lvl="1" algn="ctr">
              <a:spcBef>
                <a:spcPts val="0"/>
              </a:spcBef>
              <a:spcAft>
                <a:spcPts val="0"/>
              </a:spcAft>
              <a:buSzPts val="21500"/>
              <a:buNone/>
              <a:defRPr sz="21500"/>
            </a:lvl2pPr>
            <a:lvl3pPr lvl="2" algn="ctr">
              <a:spcBef>
                <a:spcPts val="0"/>
              </a:spcBef>
              <a:spcAft>
                <a:spcPts val="0"/>
              </a:spcAft>
              <a:buSzPts val="21500"/>
              <a:buNone/>
              <a:defRPr sz="21500"/>
            </a:lvl3pPr>
            <a:lvl4pPr lvl="3" algn="ctr">
              <a:spcBef>
                <a:spcPts val="0"/>
              </a:spcBef>
              <a:spcAft>
                <a:spcPts val="0"/>
              </a:spcAft>
              <a:buSzPts val="21500"/>
              <a:buNone/>
              <a:defRPr sz="21500"/>
            </a:lvl4pPr>
            <a:lvl5pPr lvl="4" algn="ctr">
              <a:spcBef>
                <a:spcPts val="0"/>
              </a:spcBef>
              <a:spcAft>
                <a:spcPts val="0"/>
              </a:spcAft>
              <a:buSzPts val="21500"/>
              <a:buNone/>
              <a:defRPr sz="21500"/>
            </a:lvl5pPr>
            <a:lvl6pPr lvl="5" algn="ctr">
              <a:spcBef>
                <a:spcPts val="0"/>
              </a:spcBef>
              <a:spcAft>
                <a:spcPts val="0"/>
              </a:spcAft>
              <a:buSzPts val="21500"/>
              <a:buNone/>
              <a:defRPr sz="21500"/>
            </a:lvl6pPr>
            <a:lvl7pPr lvl="6" algn="ctr">
              <a:spcBef>
                <a:spcPts val="0"/>
              </a:spcBef>
              <a:spcAft>
                <a:spcPts val="0"/>
              </a:spcAft>
              <a:buSzPts val="21500"/>
              <a:buNone/>
              <a:defRPr sz="21500"/>
            </a:lvl7pPr>
            <a:lvl8pPr lvl="7" algn="ctr">
              <a:spcBef>
                <a:spcPts val="0"/>
              </a:spcBef>
              <a:spcAft>
                <a:spcPts val="0"/>
              </a:spcAft>
              <a:buSzPts val="21500"/>
              <a:buNone/>
              <a:defRPr sz="21500"/>
            </a:lvl8pPr>
            <a:lvl9pPr lvl="8" algn="ctr">
              <a:spcBef>
                <a:spcPts val="0"/>
              </a:spcBef>
              <a:spcAft>
                <a:spcPts val="0"/>
              </a:spcAft>
              <a:buSzPts val="21500"/>
              <a:buNone/>
              <a:defRPr sz="21500"/>
            </a:lvl9pPr>
          </a:lstStyle>
          <a:p>
            <a:r>
              <a:t>xx%</a:t>
            </a:r>
          </a:p>
        </p:txBody>
      </p:sp>
      <p:sp>
        <p:nvSpPr>
          <p:cNvPr id="46" name="Google Shape;46;p11"/>
          <p:cNvSpPr txBox="1"/>
          <p:nvPr>
            <p:ph idx="1" type="body"/>
          </p:nvPr>
        </p:nvSpPr>
        <p:spPr>
          <a:xfrm>
            <a:off x="515409" y="6552657"/>
            <a:ext cx="14089200" cy="2703900"/>
          </a:xfrm>
          <a:prstGeom prst="rect">
            <a:avLst/>
          </a:prstGeom>
        </p:spPr>
        <p:txBody>
          <a:bodyPr anchorCtr="0" anchor="t" bIns="164125" lIns="164125" spcFirstLastPara="1" rIns="164125" wrap="square" tIns="164125">
            <a:normAutofit/>
          </a:bodyPr>
          <a:lstStyle>
            <a:lvl1pPr indent="-431800" lvl="0" marL="457200" algn="ctr">
              <a:spcBef>
                <a:spcPts val="0"/>
              </a:spcBef>
              <a:spcAft>
                <a:spcPts val="0"/>
              </a:spcAft>
              <a:buSzPts val="3200"/>
              <a:buChar char="●"/>
              <a:defRPr/>
            </a:lvl1pPr>
            <a:lvl2pPr indent="-387350" lvl="1" marL="914400" algn="ctr">
              <a:spcBef>
                <a:spcPts val="0"/>
              </a:spcBef>
              <a:spcAft>
                <a:spcPts val="0"/>
              </a:spcAft>
              <a:buSzPts val="2500"/>
              <a:buChar char="○"/>
              <a:defRPr/>
            </a:lvl2pPr>
            <a:lvl3pPr indent="-387350" lvl="2" marL="1371600" algn="ctr">
              <a:spcBef>
                <a:spcPts val="0"/>
              </a:spcBef>
              <a:spcAft>
                <a:spcPts val="0"/>
              </a:spcAft>
              <a:buSzPts val="2500"/>
              <a:buChar char="■"/>
              <a:defRPr/>
            </a:lvl3pPr>
            <a:lvl4pPr indent="-387350" lvl="3" marL="1828800" algn="ctr">
              <a:spcBef>
                <a:spcPts val="0"/>
              </a:spcBef>
              <a:spcAft>
                <a:spcPts val="0"/>
              </a:spcAft>
              <a:buSzPts val="2500"/>
              <a:buChar char="●"/>
              <a:defRPr/>
            </a:lvl4pPr>
            <a:lvl5pPr indent="-387350" lvl="4" marL="2286000" algn="ctr">
              <a:spcBef>
                <a:spcPts val="0"/>
              </a:spcBef>
              <a:spcAft>
                <a:spcPts val="0"/>
              </a:spcAft>
              <a:buSzPts val="2500"/>
              <a:buChar char="○"/>
              <a:defRPr/>
            </a:lvl5pPr>
            <a:lvl6pPr indent="-387350" lvl="5" marL="2743200" algn="ctr">
              <a:spcBef>
                <a:spcPts val="0"/>
              </a:spcBef>
              <a:spcAft>
                <a:spcPts val="0"/>
              </a:spcAft>
              <a:buSzPts val="2500"/>
              <a:buChar char="■"/>
              <a:defRPr/>
            </a:lvl6pPr>
            <a:lvl7pPr indent="-387350" lvl="6" marL="3200400" algn="ctr">
              <a:spcBef>
                <a:spcPts val="0"/>
              </a:spcBef>
              <a:spcAft>
                <a:spcPts val="0"/>
              </a:spcAft>
              <a:buSzPts val="2500"/>
              <a:buChar char="●"/>
              <a:defRPr/>
            </a:lvl7pPr>
            <a:lvl8pPr indent="-387350" lvl="7" marL="3657600" algn="ctr">
              <a:spcBef>
                <a:spcPts val="0"/>
              </a:spcBef>
              <a:spcAft>
                <a:spcPts val="0"/>
              </a:spcAft>
              <a:buSzPts val="2500"/>
              <a:buChar char="○"/>
              <a:defRPr/>
            </a:lvl8pPr>
            <a:lvl9pPr indent="-387350" lvl="8" marL="4114800" algn="ctr">
              <a:spcBef>
                <a:spcPts val="0"/>
              </a:spcBef>
              <a:spcAft>
                <a:spcPts val="0"/>
              </a:spcAft>
              <a:buSzPts val="2500"/>
              <a:buChar char="■"/>
              <a:defRPr/>
            </a:lvl9pPr>
          </a:lstStyle>
          <a:p/>
        </p:txBody>
      </p:sp>
      <p:sp>
        <p:nvSpPr>
          <p:cNvPr id="47" name="Google Shape;47;p11"/>
          <p:cNvSpPr txBox="1"/>
          <p:nvPr>
            <p:ph idx="12" type="sldNum"/>
          </p:nvPr>
        </p:nvSpPr>
        <p:spPr>
          <a:xfrm>
            <a:off x="14009576" y="9693616"/>
            <a:ext cx="907200" cy="818100"/>
          </a:xfrm>
          <a:prstGeom prst="rect">
            <a:avLst/>
          </a:prstGeom>
        </p:spPr>
        <p:txBody>
          <a:bodyPr anchorCtr="0" anchor="ctr" bIns="164125" lIns="164125" spcFirstLastPara="1" rIns="164125" wrap="square" tIns="1641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4009576" y="9693616"/>
            <a:ext cx="907200" cy="818100"/>
          </a:xfrm>
          <a:prstGeom prst="rect">
            <a:avLst/>
          </a:prstGeom>
        </p:spPr>
        <p:txBody>
          <a:bodyPr anchorCtr="0" anchor="ctr" bIns="164125" lIns="164125" spcFirstLastPara="1" rIns="164125" wrap="square" tIns="1641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515423" y="1547778"/>
            <a:ext cx="14089200" cy="4266900"/>
          </a:xfrm>
          <a:prstGeom prst="rect">
            <a:avLst/>
          </a:prstGeom>
        </p:spPr>
        <p:txBody>
          <a:bodyPr anchorCtr="0" anchor="b" bIns="166075" lIns="166075" spcFirstLastPara="1" rIns="166075" wrap="square" tIns="166075">
            <a:noAutofit/>
          </a:bodyPr>
          <a:lstStyle>
            <a:lvl1pPr lvl="0" rtl="0" algn="ctr">
              <a:spcBef>
                <a:spcPts val="0"/>
              </a:spcBef>
              <a:spcAft>
                <a:spcPts val="0"/>
              </a:spcAft>
              <a:buSzPts val="9300"/>
              <a:buNone/>
              <a:defRPr sz="9300"/>
            </a:lvl1pPr>
            <a:lvl2pPr lvl="1" rtl="0" algn="ctr">
              <a:spcBef>
                <a:spcPts val="0"/>
              </a:spcBef>
              <a:spcAft>
                <a:spcPts val="0"/>
              </a:spcAft>
              <a:buSzPts val="9300"/>
              <a:buNone/>
              <a:defRPr sz="9300"/>
            </a:lvl2pPr>
            <a:lvl3pPr lvl="2" rtl="0" algn="ctr">
              <a:spcBef>
                <a:spcPts val="0"/>
              </a:spcBef>
              <a:spcAft>
                <a:spcPts val="0"/>
              </a:spcAft>
              <a:buSzPts val="9300"/>
              <a:buNone/>
              <a:defRPr sz="9300"/>
            </a:lvl3pPr>
            <a:lvl4pPr lvl="3" rtl="0" algn="ctr">
              <a:spcBef>
                <a:spcPts val="0"/>
              </a:spcBef>
              <a:spcAft>
                <a:spcPts val="0"/>
              </a:spcAft>
              <a:buSzPts val="9300"/>
              <a:buNone/>
              <a:defRPr sz="9300"/>
            </a:lvl4pPr>
            <a:lvl5pPr lvl="4" rtl="0" algn="ctr">
              <a:spcBef>
                <a:spcPts val="0"/>
              </a:spcBef>
              <a:spcAft>
                <a:spcPts val="0"/>
              </a:spcAft>
              <a:buSzPts val="9300"/>
              <a:buNone/>
              <a:defRPr sz="9300"/>
            </a:lvl5pPr>
            <a:lvl6pPr lvl="5" rtl="0" algn="ctr">
              <a:spcBef>
                <a:spcPts val="0"/>
              </a:spcBef>
              <a:spcAft>
                <a:spcPts val="0"/>
              </a:spcAft>
              <a:buSzPts val="9300"/>
              <a:buNone/>
              <a:defRPr sz="9300"/>
            </a:lvl6pPr>
            <a:lvl7pPr lvl="6" rtl="0" algn="ctr">
              <a:spcBef>
                <a:spcPts val="0"/>
              </a:spcBef>
              <a:spcAft>
                <a:spcPts val="0"/>
              </a:spcAft>
              <a:buSzPts val="9300"/>
              <a:buNone/>
              <a:defRPr sz="9300"/>
            </a:lvl7pPr>
            <a:lvl8pPr lvl="7" rtl="0" algn="ctr">
              <a:spcBef>
                <a:spcPts val="0"/>
              </a:spcBef>
              <a:spcAft>
                <a:spcPts val="0"/>
              </a:spcAft>
              <a:buSzPts val="9300"/>
              <a:buNone/>
              <a:defRPr sz="9300"/>
            </a:lvl8pPr>
            <a:lvl9pPr lvl="8" rtl="0" algn="ctr">
              <a:spcBef>
                <a:spcPts val="0"/>
              </a:spcBef>
              <a:spcAft>
                <a:spcPts val="0"/>
              </a:spcAft>
              <a:buSzPts val="9300"/>
              <a:buNone/>
              <a:defRPr sz="9300"/>
            </a:lvl9pPr>
          </a:lstStyle>
          <a:p/>
        </p:txBody>
      </p:sp>
      <p:sp>
        <p:nvSpPr>
          <p:cNvPr id="56" name="Google Shape;56;p14"/>
          <p:cNvSpPr txBox="1"/>
          <p:nvPr>
            <p:ph idx="1" type="subTitle"/>
          </p:nvPr>
        </p:nvSpPr>
        <p:spPr>
          <a:xfrm>
            <a:off x="515409" y="5891409"/>
            <a:ext cx="14089200" cy="1647600"/>
          </a:xfrm>
          <a:prstGeom prst="rect">
            <a:avLst/>
          </a:prstGeom>
        </p:spPr>
        <p:txBody>
          <a:bodyPr anchorCtr="0" anchor="t" bIns="166075" lIns="166075" spcFirstLastPara="1" rIns="166075" wrap="square" tIns="166075">
            <a:noAutofit/>
          </a:bodyPr>
          <a:lstStyle>
            <a:lvl1pPr lvl="0" rtl="0" algn="ctr">
              <a:lnSpc>
                <a:spcPct val="100000"/>
              </a:lnSpc>
              <a:spcBef>
                <a:spcPts val="0"/>
              </a:spcBef>
              <a:spcAft>
                <a:spcPts val="0"/>
              </a:spcAft>
              <a:buSzPts val="5000"/>
              <a:buNone/>
              <a:defRPr sz="5000"/>
            </a:lvl1pPr>
            <a:lvl2pPr lvl="1" rtl="0" algn="ctr">
              <a:lnSpc>
                <a:spcPct val="100000"/>
              </a:lnSpc>
              <a:spcBef>
                <a:spcPts val="0"/>
              </a:spcBef>
              <a:spcAft>
                <a:spcPts val="0"/>
              </a:spcAft>
              <a:buSzPts val="5000"/>
              <a:buNone/>
              <a:defRPr sz="5000"/>
            </a:lvl2pPr>
            <a:lvl3pPr lvl="2" rtl="0" algn="ctr">
              <a:lnSpc>
                <a:spcPct val="100000"/>
              </a:lnSpc>
              <a:spcBef>
                <a:spcPts val="0"/>
              </a:spcBef>
              <a:spcAft>
                <a:spcPts val="0"/>
              </a:spcAft>
              <a:buSzPts val="5000"/>
              <a:buNone/>
              <a:defRPr sz="5000"/>
            </a:lvl3pPr>
            <a:lvl4pPr lvl="3" rtl="0" algn="ctr">
              <a:lnSpc>
                <a:spcPct val="100000"/>
              </a:lnSpc>
              <a:spcBef>
                <a:spcPts val="0"/>
              </a:spcBef>
              <a:spcAft>
                <a:spcPts val="0"/>
              </a:spcAft>
              <a:buSzPts val="5000"/>
              <a:buNone/>
              <a:defRPr sz="5000"/>
            </a:lvl4pPr>
            <a:lvl5pPr lvl="4" rtl="0" algn="ctr">
              <a:lnSpc>
                <a:spcPct val="100000"/>
              </a:lnSpc>
              <a:spcBef>
                <a:spcPts val="0"/>
              </a:spcBef>
              <a:spcAft>
                <a:spcPts val="0"/>
              </a:spcAft>
              <a:buSzPts val="5000"/>
              <a:buNone/>
              <a:defRPr sz="5000"/>
            </a:lvl5pPr>
            <a:lvl6pPr lvl="5" rtl="0" algn="ctr">
              <a:lnSpc>
                <a:spcPct val="100000"/>
              </a:lnSpc>
              <a:spcBef>
                <a:spcPts val="0"/>
              </a:spcBef>
              <a:spcAft>
                <a:spcPts val="0"/>
              </a:spcAft>
              <a:buSzPts val="5000"/>
              <a:buNone/>
              <a:defRPr sz="5000"/>
            </a:lvl6pPr>
            <a:lvl7pPr lvl="6" rtl="0" algn="ctr">
              <a:lnSpc>
                <a:spcPct val="100000"/>
              </a:lnSpc>
              <a:spcBef>
                <a:spcPts val="0"/>
              </a:spcBef>
              <a:spcAft>
                <a:spcPts val="0"/>
              </a:spcAft>
              <a:buSzPts val="5000"/>
              <a:buNone/>
              <a:defRPr sz="5000"/>
            </a:lvl7pPr>
            <a:lvl8pPr lvl="7" rtl="0" algn="ctr">
              <a:lnSpc>
                <a:spcPct val="100000"/>
              </a:lnSpc>
              <a:spcBef>
                <a:spcPts val="0"/>
              </a:spcBef>
              <a:spcAft>
                <a:spcPts val="0"/>
              </a:spcAft>
              <a:buSzPts val="5000"/>
              <a:buNone/>
              <a:defRPr sz="5000"/>
            </a:lvl8pPr>
            <a:lvl9pPr lvl="8" rtl="0" algn="ctr">
              <a:lnSpc>
                <a:spcPct val="100000"/>
              </a:lnSpc>
              <a:spcBef>
                <a:spcPts val="0"/>
              </a:spcBef>
              <a:spcAft>
                <a:spcPts val="0"/>
              </a:spcAft>
              <a:buSzPts val="5000"/>
              <a:buNone/>
              <a:defRPr sz="5000"/>
            </a:lvl9pPr>
          </a:lstStyle>
          <a:p/>
        </p:txBody>
      </p:sp>
      <p:sp>
        <p:nvSpPr>
          <p:cNvPr id="57" name="Google Shape;57;p14"/>
          <p:cNvSpPr txBox="1"/>
          <p:nvPr>
            <p:ph idx="12" type="sldNum"/>
          </p:nvPr>
        </p:nvSpPr>
        <p:spPr>
          <a:xfrm>
            <a:off x="14009576" y="9693616"/>
            <a:ext cx="907200" cy="818100"/>
          </a:xfrm>
          <a:prstGeom prst="rect">
            <a:avLst/>
          </a:prstGeom>
        </p:spPr>
        <p:txBody>
          <a:bodyPr anchorCtr="0" anchor="ctr" bIns="166075" lIns="166075" spcFirstLastPara="1" rIns="166075" wrap="square" tIns="16607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515409" y="4471058"/>
            <a:ext cx="14089200" cy="1749900"/>
          </a:xfrm>
          <a:prstGeom prst="rect">
            <a:avLst/>
          </a:prstGeom>
        </p:spPr>
        <p:txBody>
          <a:bodyPr anchorCtr="0" anchor="ctr" bIns="166075" lIns="166075" spcFirstLastPara="1" rIns="166075" wrap="square" tIns="166075">
            <a:noAutofit/>
          </a:bodyPr>
          <a:lstStyle>
            <a:lvl1pPr lvl="0" rtl="0" algn="ctr">
              <a:spcBef>
                <a:spcPts val="0"/>
              </a:spcBef>
              <a:spcAft>
                <a:spcPts val="0"/>
              </a:spcAft>
              <a:buSzPts val="6600"/>
              <a:buNone/>
              <a:defRPr sz="6600"/>
            </a:lvl1pPr>
            <a:lvl2pPr lvl="1" rtl="0" algn="ctr">
              <a:spcBef>
                <a:spcPts val="0"/>
              </a:spcBef>
              <a:spcAft>
                <a:spcPts val="0"/>
              </a:spcAft>
              <a:buSzPts val="6600"/>
              <a:buNone/>
              <a:defRPr sz="6600"/>
            </a:lvl2pPr>
            <a:lvl3pPr lvl="2" rtl="0" algn="ctr">
              <a:spcBef>
                <a:spcPts val="0"/>
              </a:spcBef>
              <a:spcAft>
                <a:spcPts val="0"/>
              </a:spcAft>
              <a:buSzPts val="6600"/>
              <a:buNone/>
              <a:defRPr sz="6600"/>
            </a:lvl3pPr>
            <a:lvl4pPr lvl="3" rtl="0" algn="ctr">
              <a:spcBef>
                <a:spcPts val="0"/>
              </a:spcBef>
              <a:spcAft>
                <a:spcPts val="0"/>
              </a:spcAft>
              <a:buSzPts val="6600"/>
              <a:buNone/>
              <a:defRPr sz="6600"/>
            </a:lvl4pPr>
            <a:lvl5pPr lvl="4" rtl="0" algn="ctr">
              <a:spcBef>
                <a:spcPts val="0"/>
              </a:spcBef>
              <a:spcAft>
                <a:spcPts val="0"/>
              </a:spcAft>
              <a:buSzPts val="6600"/>
              <a:buNone/>
              <a:defRPr sz="6600"/>
            </a:lvl5pPr>
            <a:lvl6pPr lvl="5" rtl="0" algn="ctr">
              <a:spcBef>
                <a:spcPts val="0"/>
              </a:spcBef>
              <a:spcAft>
                <a:spcPts val="0"/>
              </a:spcAft>
              <a:buSzPts val="6600"/>
              <a:buNone/>
              <a:defRPr sz="6600"/>
            </a:lvl6pPr>
            <a:lvl7pPr lvl="6" rtl="0" algn="ctr">
              <a:spcBef>
                <a:spcPts val="0"/>
              </a:spcBef>
              <a:spcAft>
                <a:spcPts val="0"/>
              </a:spcAft>
              <a:buSzPts val="6600"/>
              <a:buNone/>
              <a:defRPr sz="6600"/>
            </a:lvl7pPr>
            <a:lvl8pPr lvl="7" rtl="0" algn="ctr">
              <a:spcBef>
                <a:spcPts val="0"/>
              </a:spcBef>
              <a:spcAft>
                <a:spcPts val="0"/>
              </a:spcAft>
              <a:buSzPts val="6600"/>
              <a:buNone/>
              <a:defRPr sz="6600"/>
            </a:lvl8pPr>
            <a:lvl9pPr lvl="8" rtl="0" algn="ctr">
              <a:spcBef>
                <a:spcPts val="0"/>
              </a:spcBef>
              <a:spcAft>
                <a:spcPts val="0"/>
              </a:spcAft>
              <a:buSzPts val="6600"/>
              <a:buNone/>
              <a:defRPr sz="6600"/>
            </a:lvl9pPr>
          </a:lstStyle>
          <a:p/>
        </p:txBody>
      </p:sp>
      <p:sp>
        <p:nvSpPr>
          <p:cNvPr id="60" name="Google Shape;60;p15"/>
          <p:cNvSpPr txBox="1"/>
          <p:nvPr>
            <p:ph idx="12" type="sldNum"/>
          </p:nvPr>
        </p:nvSpPr>
        <p:spPr>
          <a:xfrm>
            <a:off x="14009576" y="9693616"/>
            <a:ext cx="907200" cy="818100"/>
          </a:xfrm>
          <a:prstGeom prst="rect">
            <a:avLst/>
          </a:prstGeom>
        </p:spPr>
        <p:txBody>
          <a:bodyPr anchorCtr="0" anchor="ctr" bIns="166075" lIns="166075" spcFirstLastPara="1" rIns="166075" wrap="square" tIns="16607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515409" y="925091"/>
            <a:ext cx="14089200" cy="1190400"/>
          </a:xfrm>
          <a:prstGeom prst="rect">
            <a:avLst/>
          </a:prstGeom>
        </p:spPr>
        <p:txBody>
          <a:bodyPr anchorCtr="0" anchor="t" bIns="166075" lIns="166075" spcFirstLastPara="1" rIns="166075" wrap="square" tIns="166075">
            <a:noAutofit/>
          </a:bodyPr>
          <a:lstStyle>
            <a:lvl1pPr lvl="0" rtl="0">
              <a:spcBef>
                <a:spcPts val="0"/>
              </a:spcBef>
              <a:spcAft>
                <a:spcPts val="0"/>
              </a:spcAft>
              <a:buSzPts val="5000"/>
              <a:buNone/>
              <a:defRPr/>
            </a:lvl1pPr>
            <a:lvl2pPr lvl="1" rtl="0">
              <a:spcBef>
                <a:spcPts val="0"/>
              </a:spcBef>
              <a:spcAft>
                <a:spcPts val="0"/>
              </a:spcAft>
              <a:buSzPts val="5000"/>
              <a:buNone/>
              <a:defRPr/>
            </a:lvl2pPr>
            <a:lvl3pPr lvl="2" rtl="0">
              <a:spcBef>
                <a:spcPts val="0"/>
              </a:spcBef>
              <a:spcAft>
                <a:spcPts val="0"/>
              </a:spcAft>
              <a:buSzPts val="5000"/>
              <a:buNone/>
              <a:defRPr/>
            </a:lvl3pPr>
            <a:lvl4pPr lvl="3" rtl="0">
              <a:spcBef>
                <a:spcPts val="0"/>
              </a:spcBef>
              <a:spcAft>
                <a:spcPts val="0"/>
              </a:spcAft>
              <a:buSzPts val="5000"/>
              <a:buNone/>
              <a:defRPr/>
            </a:lvl4pPr>
            <a:lvl5pPr lvl="4" rtl="0">
              <a:spcBef>
                <a:spcPts val="0"/>
              </a:spcBef>
              <a:spcAft>
                <a:spcPts val="0"/>
              </a:spcAft>
              <a:buSzPts val="5000"/>
              <a:buNone/>
              <a:defRPr/>
            </a:lvl5pPr>
            <a:lvl6pPr lvl="5" rtl="0">
              <a:spcBef>
                <a:spcPts val="0"/>
              </a:spcBef>
              <a:spcAft>
                <a:spcPts val="0"/>
              </a:spcAft>
              <a:buSzPts val="5000"/>
              <a:buNone/>
              <a:defRPr/>
            </a:lvl6pPr>
            <a:lvl7pPr lvl="6" rtl="0">
              <a:spcBef>
                <a:spcPts val="0"/>
              </a:spcBef>
              <a:spcAft>
                <a:spcPts val="0"/>
              </a:spcAft>
              <a:buSzPts val="5000"/>
              <a:buNone/>
              <a:defRPr/>
            </a:lvl7pPr>
            <a:lvl8pPr lvl="7" rtl="0">
              <a:spcBef>
                <a:spcPts val="0"/>
              </a:spcBef>
              <a:spcAft>
                <a:spcPts val="0"/>
              </a:spcAft>
              <a:buSzPts val="5000"/>
              <a:buNone/>
              <a:defRPr/>
            </a:lvl8pPr>
            <a:lvl9pPr lvl="8" rtl="0">
              <a:spcBef>
                <a:spcPts val="0"/>
              </a:spcBef>
              <a:spcAft>
                <a:spcPts val="0"/>
              </a:spcAft>
              <a:buSzPts val="5000"/>
              <a:buNone/>
              <a:defRPr/>
            </a:lvl9pPr>
          </a:lstStyle>
          <a:p/>
        </p:txBody>
      </p:sp>
      <p:sp>
        <p:nvSpPr>
          <p:cNvPr id="63" name="Google Shape;63;p16"/>
          <p:cNvSpPr txBox="1"/>
          <p:nvPr>
            <p:ph idx="1" type="body"/>
          </p:nvPr>
        </p:nvSpPr>
        <p:spPr>
          <a:xfrm>
            <a:off x="515409" y="2395696"/>
            <a:ext cx="14089200" cy="7101900"/>
          </a:xfrm>
          <a:prstGeom prst="rect">
            <a:avLst/>
          </a:prstGeom>
        </p:spPr>
        <p:txBody>
          <a:bodyPr anchorCtr="0" anchor="t" bIns="166075" lIns="166075" spcFirstLastPara="1" rIns="166075" wrap="square" tIns="166075">
            <a:noAutofit/>
          </a:bodyPr>
          <a:lstStyle>
            <a:lvl1pPr indent="-431800" lvl="0" marL="457200" rtl="0">
              <a:spcBef>
                <a:spcPts val="0"/>
              </a:spcBef>
              <a:spcAft>
                <a:spcPts val="0"/>
              </a:spcAft>
              <a:buSzPts val="3200"/>
              <a:buChar char="●"/>
              <a:defRPr/>
            </a:lvl1pPr>
            <a:lvl2pPr indent="-387350" lvl="1" marL="914400" rtl="0">
              <a:spcBef>
                <a:spcPts val="2900"/>
              </a:spcBef>
              <a:spcAft>
                <a:spcPts val="0"/>
              </a:spcAft>
              <a:buSzPts val="2500"/>
              <a:buChar char="○"/>
              <a:defRPr/>
            </a:lvl2pPr>
            <a:lvl3pPr indent="-387350" lvl="2" marL="1371600" rtl="0">
              <a:spcBef>
                <a:spcPts val="2900"/>
              </a:spcBef>
              <a:spcAft>
                <a:spcPts val="0"/>
              </a:spcAft>
              <a:buSzPts val="2500"/>
              <a:buChar char="■"/>
              <a:defRPr/>
            </a:lvl3pPr>
            <a:lvl4pPr indent="-387350" lvl="3" marL="1828800" rtl="0">
              <a:spcBef>
                <a:spcPts val="2900"/>
              </a:spcBef>
              <a:spcAft>
                <a:spcPts val="0"/>
              </a:spcAft>
              <a:buSzPts val="2500"/>
              <a:buChar char="●"/>
              <a:defRPr/>
            </a:lvl4pPr>
            <a:lvl5pPr indent="-387350" lvl="4" marL="2286000" rtl="0">
              <a:spcBef>
                <a:spcPts val="2900"/>
              </a:spcBef>
              <a:spcAft>
                <a:spcPts val="0"/>
              </a:spcAft>
              <a:buSzPts val="2500"/>
              <a:buChar char="○"/>
              <a:defRPr/>
            </a:lvl5pPr>
            <a:lvl6pPr indent="-387350" lvl="5" marL="2743200" rtl="0">
              <a:spcBef>
                <a:spcPts val="2900"/>
              </a:spcBef>
              <a:spcAft>
                <a:spcPts val="0"/>
              </a:spcAft>
              <a:buSzPts val="2500"/>
              <a:buChar char="■"/>
              <a:defRPr/>
            </a:lvl6pPr>
            <a:lvl7pPr indent="-387350" lvl="6" marL="3200400" rtl="0">
              <a:spcBef>
                <a:spcPts val="2900"/>
              </a:spcBef>
              <a:spcAft>
                <a:spcPts val="0"/>
              </a:spcAft>
              <a:buSzPts val="2500"/>
              <a:buChar char="●"/>
              <a:defRPr/>
            </a:lvl7pPr>
            <a:lvl8pPr indent="-387350" lvl="7" marL="3657600" rtl="0">
              <a:spcBef>
                <a:spcPts val="2900"/>
              </a:spcBef>
              <a:spcAft>
                <a:spcPts val="0"/>
              </a:spcAft>
              <a:buSzPts val="2500"/>
              <a:buChar char="○"/>
              <a:defRPr/>
            </a:lvl8pPr>
            <a:lvl9pPr indent="-387350" lvl="8" marL="4114800" rtl="0">
              <a:spcBef>
                <a:spcPts val="2900"/>
              </a:spcBef>
              <a:spcAft>
                <a:spcPts val="2900"/>
              </a:spcAft>
              <a:buSzPts val="2500"/>
              <a:buChar char="■"/>
              <a:defRPr/>
            </a:lvl9pPr>
          </a:lstStyle>
          <a:p/>
        </p:txBody>
      </p:sp>
      <p:sp>
        <p:nvSpPr>
          <p:cNvPr id="64" name="Google Shape;64;p16"/>
          <p:cNvSpPr txBox="1"/>
          <p:nvPr>
            <p:ph idx="12" type="sldNum"/>
          </p:nvPr>
        </p:nvSpPr>
        <p:spPr>
          <a:xfrm>
            <a:off x="14009576" y="9693616"/>
            <a:ext cx="907200" cy="818100"/>
          </a:xfrm>
          <a:prstGeom prst="rect">
            <a:avLst/>
          </a:prstGeom>
        </p:spPr>
        <p:txBody>
          <a:bodyPr anchorCtr="0" anchor="ctr" bIns="166075" lIns="166075" spcFirstLastPara="1" rIns="166075" wrap="square" tIns="16607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515409" y="925091"/>
            <a:ext cx="14089200" cy="1190400"/>
          </a:xfrm>
          <a:prstGeom prst="rect">
            <a:avLst/>
          </a:prstGeom>
        </p:spPr>
        <p:txBody>
          <a:bodyPr anchorCtr="0" anchor="t" bIns="166075" lIns="166075" spcFirstLastPara="1" rIns="166075" wrap="square" tIns="166075">
            <a:noAutofit/>
          </a:bodyPr>
          <a:lstStyle>
            <a:lvl1pPr lvl="0" rtl="0">
              <a:spcBef>
                <a:spcPts val="0"/>
              </a:spcBef>
              <a:spcAft>
                <a:spcPts val="0"/>
              </a:spcAft>
              <a:buSzPts val="5000"/>
              <a:buNone/>
              <a:defRPr/>
            </a:lvl1pPr>
            <a:lvl2pPr lvl="1" rtl="0">
              <a:spcBef>
                <a:spcPts val="0"/>
              </a:spcBef>
              <a:spcAft>
                <a:spcPts val="0"/>
              </a:spcAft>
              <a:buSzPts val="5000"/>
              <a:buNone/>
              <a:defRPr/>
            </a:lvl2pPr>
            <a:lvl3pPr lvl="2" rtl="0">
              <a:spcBef>
                <a:spcPts val="0"/>
              </a:spcBef>
              <a:spcAft>
                <a:spcPts val="0"/>
              </a:spcAft>
              <a:buSzPts val="5000"/>
              <a:buNone/>
              <a:defRPr/>
            </a:lvl3pPr>
            <a:lvl4pPr lvl="3" rtl="0">
              <a:spcBef>
                <a:spcPts val="0"/>
              </a:spcBef>
              <a:spcAft>
                <a:spcPts val="0"/>
              </a:spcAft>
              <a:buSzPts val="5000"/>
              <a:buNone/>
              <a:defRPr/>
            </a:lvl4pPr>
            <a:lvl5pPr lvl="4" rtl="0">
              <a:spcBef>
                <a:spcPts val="0"/>
              </a:spcBef>
              <a:spcAft>
                <a:spcPts val="0"/>
              </a:spcAft>
              <a:buSzPts val="5000"/>
              <a:buNone/>
              <a:defRPr/>
            </a:lvl5pPr>
            <a:lvl6pPr lvl="5" rtl="0">
              <a:spcBef>
                <a:spcPts val="0"/>
              </a:spcBef>
              <a:spcAft>
                <a:spcPts val="0"/>
              </a:spcAft>
              <a:buSzPts val="5000"/>
              <a:buNone/>
              <a:defRPr/>
            </a:lvl6pPr>
            <a:lvl7pPr lvl="6" rtl="0">
              <a:spcBef>
                <a:spcPts val="0"/>
              </a:spcBef>
              <a:spcAft>
                <a:spcPts val="0"/>
              </a:spcAft>
              <a:buSzPts val="5000"/>
              <a:buNone/>
              <a:defRPr/>
            </a:lvl7pPr>
            <a:lvl8pPr lvl="7" rtl="0">
              <a:spcBef>
                <a:spcPts val="0"/>
              </a:spcBef>
              <a:spcAft>
                <a:spcPts val="0"/>
              </a:spcAft>
              <a:buSzPts val="5000"/>
              <a:buNone/>
              <a:defRPr/>
            </a:lvl8pPr>
            <a:lvl9pPr lvl="8" rtl="0">
              <a:spcBef>
                <a:spcPts val="0"/>
              </a:spcBef>
              <a:spcAft>
                <a:spcPts val="0"/>
              </a:spcAft>
              <a:buSzPts val="5000"/>
              <a:buNone/>
              <a:defRPr/>
            </a:lvl9pPr>
          </a:lstStyle>
          <a:p/>
        </p:txBody>
      </p:sp>
      <p:sp>
        <p:nvSpPr>
          <p:cNvPr id="67" name="Google Shape;67;p17"/>
          <p:cNvSpPr txBox="1"/>
          <p:nvPr>
            <p:ph idx="1" type="body"/>
          </p:nvPr>
        </p:nvSpPr>
        <p:spPr>
          <a:xfrm>
            <a:off x="515409" y="2395696"/>
            <a:ext cx="6614100" cy="7101900"/>
          </a:xfrm>
          <a:prstGeom prst="rect">
            <a:avLst/>
          </a:prstGeom>
        </p:spPr>
        <p:txBody>
          <a:bodyPr anchorCtr="0" anchor="t" bIns="166075" lIns="166075" spcFirstLastPara="1" rIns="166075" wrap="square" tIns="166075">
            <a:noAutofit/>
          </a:bodyPr>
          <a:lstStyle>
            <a:lvl1pPr indent="-387350" lvl="0" marL="457200" rtl="0">
              <a:spcBef>
                <a:spcPts val="0"/>
              </a:spcBef>
              <a:spcAft>
                <a:spcPts val="0"/>
              </a:spcAft>
              <a:buSzPts val="2500"/>
              <a:buChar char="●"/>
              <a:defRPr sz="2500"/>
            </a:lvl1pPr>
            <a:lvl2pPr indent="-368300" lvl="1" marL="914400" rtl="0">
              <a:spcBef>
                <a:spcPts val="2900"/>
              </a:spcBef>
              <a:spcAft>
                <a:spcPts val="0"/>
              </a:spcAft>
              <a:buSzPts val="2200"/>
              <a:buChar char="○"/>
              <a:defRPr sz="2200"/>
            </a:lvl2pPr>
            <a:lvl3pPr indent="-368300" lvl="2" marL="1371600" rtl="0">
              <a:spcBef>
                <a:spcPts val="2900"/>
              </a:spcBef>
              <a:spcAft>
                <a:spcPts val="0"/>
              </a:spcAft>
              <a:buSzPts val="2200"/>
              <a:buChar char="■"/>
              <a:defRPr sz="2200"/>
            </a:lvl3pPr>
            <a:lvl4pPr indent="-368300" lvl="3" marL="1828800" rtl="0">
              <a:spcBef>
                <a:spcPts val="2900"/>
              </a:spcBef>
              <a:spcAft>
                <a:spcPts val="0"/>
              </a:spcAft>
              <a:buSzPts val="2200"/>
              <a:buChar char="●"/>
              <a:defRPr sz="2200"/>
            </a:lvl4pPr>
            <a:lvl5pPr indent="-368300" lvl="4" marL="2286000" rtl="0">
              <a:spcBef>
                <a:spcPts val="2900"/>
              </a:spcBef>
              <a:spcAft>
                <a:spcPts val="0"/>
              </a:spcAft>
              <a:buSzPts val="2200"/>
              <a:buChar char="○"/>
              <a:defRPr sz="2200"/>
            </a:lvl5pPr>
            <a:lvl6pPr indent="-368300" lvl="5" marL="2743200" rtl="0">
              <a:spcBef>
                <a:spcPts val="2900"/>
              </a:spcBef>
              <a:spcAft>
                <a:spcPts val="0"/>
              </a:spcAft>
              <a:buSzPts val="2200"/>
              <a:buChar char="■"/>
              <a:defRPr sz="2200"/>
            </a:lvl6pPr>
            <a:lvl7pPr indent="-368300" lvl="6" marL="3200400" rtl="0">
              <a:spcBef>
                <a:spcPts val="2900"/>
              </a:spcBef>
              <a:spcAft>
                <a:spcPts val="0"/>
              </a:spcAft>
              <a:buSzPts val="2200"/>
              <a:buChar char="●"/>
              <a:defRPr sz="2200"/>
            </a:lvl7pPr>
            <a:lvl8pPr indent="-368300" lvl="7" marL="3657600" rtl="0">
              <a:spcBef>
                <a:spcPts val="2900"/>
              </a:spcBef>
              <a:spcAft>
                <a:spcPts val="0"/>
              </a:spcAft>
              <a:buSzPts val="2200"/>
              <a:buChar char="○"/>
              <a:defRPr sz="2200"/>
            </a:lvl8pPr>
            <a:lvl9pPr indent="-368300" lvl="8" marL="4114800" rtl="0">
              <a:spcBef>
                <a:spcPts val="2900"/>
              </a:spcBef>
              <a:spcAft>
                <a:spcPts val="2900"/>
              </a:spcAft>
              <a:buSzPts val="2200"/>
              <a:buChar char="■"/>
              <a:defRPr sz="2200"/>
            </a:lvl9pPr>
          </a:lstStyle>
          <a:p/>
        </p:txBody>
      </p:sp>
      <p:sp>
        <p:nvSpPr>
          <p:cNvPr id="68" name="Google Shape;68;p17"/>
          <p:cNvSpPr txBox="1"/>
          <p:nvPr>
            <p:ph idx="2" type="body"/>
          </p:nvPr>
        </p:nvSpPr>
        <p:spPr>
          <a:xfrm>
            <a:off x="7990583" y="2395696"/>
            <a:ext cx="6614100" cy="7101900"/>
          </a:xfrm>
          <a:prstGeom prst="rect">
            <a:avLst/>
          </a:prstGeom>
        </p:spPr>
        <p:txBody>
          <a:bodyPr anchorCtr="0" anchor="t" bIns="166075" lIns="166075" spcFirstLastPara="1" rIns="166075" wrap="square" tIns="166075">
            <a:noAutofit/>
          </a:bodyPr>
          <a:lstStyle>
            <a:lvl1pPr indent="-387350" lvl="0" marL="457200" rtl="0">
              <a:spcBef>
                <a:spcPts val="0"/>
              </a:spcBef>
              <a:spcAft>
                <a:spcPts val="0"/>
              </a:spcAft>
              <a:buSzPts val="2500"/>
              <a:buChar char="●"/>
              <a:defRPr sz="2500"/>
            </a:lvl1pPr>
            <a:lvl2pPr indent="-368300" lvl="1" marL="914400" rtl="0">
              <a:spcBef>
                <a:spcPts val="2900"/>
              </a:spcBef>
              <a:spcAft>
                <a:spcPts val="0"/>
              </a:spcAft>
              <a:buSzPts val="2200"/>
              <a:buChar char="○"/>
              <a:defRPr sz="2200"/>
            </a:lvl2pPr>
            <a:lvl3pPr indent="-368300" lvl="2" marL="1371600" rtl="0">
              <a:spcBef>
                <a:spcPts val="2900"/>
              </a:spcBef>
              <a:spcAft>
                <a:spcPts val="0"/>
              </a:spcAft>
              <a:buSzPts val="2200"/>
              <a:buChar char="■"/>
              <a:defRPr sz="2200"/>
            </a:lvl3pPr>
            <a:lvl4pPr indent="-368300" lvl="3" marL="1828800" rtl="0">
              <a:spcBef>
                <a:spcPts val="2900"/>
              </a:spcBef>
              <a:spcAft>
                <a:spcPts val="0"/>
              </a:spcAft>
              <a:buSzPts val="2200"/>
              <a:buChar char="●"/>
              <a:defRPr sz="2200"/>
            </a:lvl4pPr>
            <a:lvl5pPr indent="-368300" lvl="4" marL="2286000" rtl="0">
              <a:spcBef>
                <a:spcPts val="2900"/>
              </a:spcBef>
              <a:spcAft>
                <a:spcPts val="0"/>
              </a:spcAft>
              <a:buSzPts val="2200"/>
              <a:buChar char="○"/>
              <a:defRPr sz="2200"/>
            </a:lvl5pPr>
            <a:lvl6pPr indent="-368300" lvl="5" marL="2743200" rtl="0">
              <a:spcBef>
                <a:spcPts val="2900"/>
              </a:spcBef>
              <a:spcAft>
                <a:spcPts val="0"/>
              </a:spcAft>
              <a:buSzPts val="2200"/>
              <a:buChar char="■"/>
              <a:defRPr sz="2200"/>
            </a:lvl6pPr>
            <a:lvl7pPr indent="-368300" lvl="6" marL="3200400" rtl="0">
              <a:spcBef>
                <a:spcPts val="2900"/>
              </a:spcBef>
              <a:spcAft>
                <a:spcPts val="0"/>
              </a:spcAft>
              <a:buSzPts val="2200"/>
              <a:buChar char="●"/>
              <a:defRPr sz="2200"/>
            </a:lvl7pPr>
            <a:lvl8pPr indent="-368300" lvl="7" marL="3657600" rtl="0">
              <a:spcBef>
                <a:spcPts val="2900"/>
              </a:spcBef>
              <a:spcAft>
                <a:spcPts val="0"/>
              </a:spcAft>
              <a:buSzPts val="2200"/>
              <a:buChar char="○"/>
              <a:defRPr sz="2200"/>
            </a:lvl8pPr>
            <a:lvl9pPr indent="-368300" lvl="8" marL="4114800" rtl="0">
              <a:spcBef>
                <a:spcPts val="2900"/>
              </a:spcBef>
              <a:spcAft>
                <a:spcPts val="2900"/>
              </a:spcAft>
              <a:buSzPts val="2200"/>
              <a:buChar char="■"/>
              <a:defRPr sz="2200"/>
            </a:lvl9pPr>
          </a:lstStyle>
          <a:p/>
        </p:txBody>
      </p:sp>
      <p:sp>
        <p:nvSpPr>
          <p:cNvPr id="69" name="Google Shape;69;p17"/>
          <p:cNvSpPr txBox="1"/>
          <p:nvPr>
            <p:ph idx="12" type="sldNum"/>
          </p:nvPr>
        </p:nvSpPr>
        <p:spPr>
          <a:xfrm>
            <a:off x="14009576" y="9693616"/>
            <a:ext cx="907200" cy="818100"/>
          </a:xfrm>
          <a:prstGeom prst="rect">
            <a:avLst/>
          </a:prstGeom>
        </p:spPr>
        <p:txBody>
          <a:bodyPr anchorCtr="0" anchor="ctr" bIns="166075" lIns="166075" spcFirstLastPara="1" rIns="166075" wrap="square" tIns="16607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515409" y="925091"/>
            <a:ext cx="14089200" cy="1190400"/>
          </a:xfrm>
          <a:prstGeom prst="rect">
            <a:avLst/>
          </a:prstGeom>
        </p:spPr>
        <p:txBody>
          <a:bodyPr anchorCtr="0" anchor="t" bIns="166075" lIns="166075" spcFirstLastPara="1" rIns="166075" wrap="square" tIns="166075">
            <a:noAutofit/>
          </a:bodyPr>
          <a:lstStyle>
            <a:lvl1pPr lvl="0" rtl="0">
              <a:spcBef>
                <a:spcPts val="0"/>
              </a:spcBef>
              <a:spcAft>
                <a:spcPts val="0"/>
              </a:spcAft>
              <a:buSzPts val="5000"/>
              <a:buNone/>
              <a:defRPr/>
            </a:lvl1pPr>
            <a:lvl2pPr lvl="1" rtl="0">
              <a:spcBef>
                <a:spcPts val="0"/>
              </a:spcBef>
              <a:spcAft>
                <a:spcPts val="0"/>
              </a:spcAft>
              <a:buSzPts val="5000"/>
              <a:buNone/>
              <a:defRPr/>
            </a:lvl2pPr>
            <a:lvl3pPr lvl="2" rtl="0">
              <a:spcBef>
                <a:spcPts val="0"/>
              </a:spcBef>
              <a:spcAft>
                <a:spcPts val="0"/>
              </a:spcAft>
              <a:buSzPts val="5000"/>
              <a:buNone/>
              <a:defRPr/>
            </a:lvl3pPr>
            <a:lvl4pPr lvl="3" rtl="0">
              <a:spcBef>
                <a:spcPts val="0"/>
              </a:spcBef>
              <a:spcAft>
                <a:spcPts val="0"/>
              </a:spcAft>
              <a:buSzPts val="5000"/>
              <a:buNone/>
              <a:defRPr/>
            </a:lvl4pPr>
            <a:lvl5pPr lvl="4" rtl="0">
              <a:spcBef>
                <a:spcPts val="0"/>
              </a:spcBef>
              <a:spcAft>
                <a:spcPts val="0"/>
              </a:spcAft>
              <a:buSzPts val="5000"/>
              <a:buNone/>
              <a:defRPr/>
            </a:lvl5pPr>
            <a:lvl6pPr lvl="5" rtl="0">
              <a:spcBef>
                <a:spcPts val="0"/>
              </a:spcBef>
              <a:spcAft>
                <a:spcPts val="0"/>
              </a:spcAft>
              <a:buSzPts val="5000"/>
              <a:buNone/>
              <a:defRPr/>
            </a:lvl6pPr>
            <a:lvl7pPr lvl="6" rtl="0">
              <a:spcBef>
                <a:spcPts val="0"/>
              </a:spcBef>
              <a:spcAft>
                <a:spcPts val="0"/>
              </a:spcAft>
              <a:buSzPts val="5000"/>
              <a:buNone/>
              <a:defRPr/>
            </a:lvl7pPr>
            <a:lvl8pPr lvl="7" rtl="0">
              <a:spcBef>
                <a:spcPts val="0"/>
              </a:spcBef>
              <a:spcAft>
                <a:spcPts val="0"/>
              </a:spcAft>
              <a:buSzPts val="5000"/>
              <a:buNone/>
              <a:defRPr/>
            </a:lvl8pPr>
            <a:lvl9pPr lvl="8" rtl="0">
              <a:spcBef>
                <a:spcPts val="0"/>
              </a:spcBef>
              <a:spcAft>
                <a:spcPts val="0"/>
              </a:spcAft>
              <a:buSzPts val="5000"/>
              <a:buNone/>
              <a:defRPr/>
            </a:lvl9pPr>
          </a:lstStyle>
          <a:p/>
        </p:txBody>
      </p:sp>
      <p:sp>
        <p:nvSpPr>
          <p:cNvPr id="72" name="Google Shape;72;p18"/>
          <p:cNvSpPr txBox="1"/>
          <p:nvPr>
            <p:ph idx="12" type="sldNum"/>
          </p:nvPr>
        </p:nvSpPr>
        <p:spPr>
          <a:xfrm>
            <a:off x="14009576" y="9693616"/>
            <a:ext cx="907200" cy="818100"/>
          </a:xfrm>
          <a:prstGeom prst="rect">
            <a:avLst/>
          </a:prstGeom>
        </p:spPr>
        <p:txBody>
          <a:bodyPr anchorCtr="0" anchor="ctr" bIns="166075" lIns="166075" spcFirstLastPara="1" rIns="166075" wrap="square" tIns="16607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515409" y="1154948"/>
            <a:ext cx="4643100" cy="1570800"/>
          </a:xfrm>
          <a:prstGeom prst="rect">
            <a:avLst/>
          </a:prstGeom>
        </p:spPr>
        <p:txBody>
          <a:bodyPr anchorCtr="0" anchor="b" bIns="166075" lIns="166075" spcFirstLastPara="1" rIns="166075" wrap="square" tIns="166075">
            <a:noAutofit/>
          </a:bodyPr>
          <a:lstStyle>
            <a:lvl1pPr lvl="0" rtl="0">
              <a:spcBef>
                <a:spcPts val="0"/>
              </a:spcBef>
              <a:spcAft>
                <a:spcPts val="0"/>
              </a:spcAft>
              <a:buSzPts val="4300"/>
              <a:buNone/>
              <a:defRPr sz="4300"/>
            </a:lvl1pPr>
            <a:lvl2pPr lvl="1" rtl="0">
              <a:spcBef>
                <a:spcPts val="0"/>
              </a:spcBef>
              <a:spcAft>
                <a:spcPts val="0"/>
              </a:spcAft>
              <a:buSzPts val="4300"/>
              <a:buNone/>
              <a:defRPr sz="4300"/>
            </a:lvl2pPr>
            <a:lvl3pPr lvl="2" rtl="0">
              <a:spcBef>
                <a:spcPts val="0"/>
              </a:spcBef>
              <a:spcAft>
                <a:spcPts val="0"/>
              </a:spcAft>
              <a:buSzPts val="4300"/>
              <a:buNone/>
              <a:defRPr sz="4300"/>
            </a:lvl3pPr>
            <a:lvl4pPr lvl="3" rtl="0">
              <a:spcBef>
                <a:spcPts val="0"/>
              </a:spcBef>
              <a:spcAft>
                <a:spcPts val="0"/>
              </a:spcAft>
              <a:buSzPts val="4300"/>
              <a:buNone/>
              <a:defRPr sz="4300"/>
            </a:lvl4pPr>
            <a:lvl5pPr lvl="4" rtl="0">
              <a:spcBef>
                <a:spcPts val="0"/>
              </a:spcBef>
              <a:spcAft>
                <a:spcPts val="0"/>
              </a:spcAft>
              <a:buSzPts val="4300"/>
              <a:buNone/>
              <a:defRPr sz="4300"/>
            </a:lvl5pPr>
            <a:lvl6pPr lvl="5" rtl="0">
              <a:spcBef>
                <a:spcPts val="0"/>
              </a:spcBef>
              <a:spcAft>
                <a:spcPts val="0"/>
              </a:spcAft>
              <a:buSzPts val="4300"/>
              <a:buNone/>
              <a:defRPr sz="4300"/>
            </a:lvl6pPr>
            <a:lvl7pPr lvl="6" rtl="0">
              <a:spcBef>
                <a:spcPts val="0"/>
              </a:spcBef>
              <a:spcAft>
                <a:spcPts val="0"/>
              </a:spcAft>
              <a:buSzPts val="4300"/>
              <a:buNone/>
              <a:defRPr sz="4300"/>
            </a:lvl7pPr>
            <a:lvl8pPr lvl="7" rtl="0">
              <a:spcBef>
                <a:spcPts val="0"/>
              </a:spcBef>
              <a:spcAft>
                <a:spcPts val="0"/>
              </a:spcAft>
              <a:buSzPts val="4300"/>
              <a:buNone/>
              <a:defRPr sz="4300"/>
            </a:lvl8pPr>
            <a:lvl9pPr lvl="8" rtl="0">
              <a:spcBef>
                <a:spcPts val="0"/>
              </a:spcBef>
              <a:spcAft>
                <a:spcPts val="0"/>
              </a:spcAft>
              <a:buSzPts val="4300"/>
              <a:buNone/>
              <a:defRPr sz="4300"/>
            </a:lvl9pPr>
          </a:lstStyle>
          <a:p/>
        </p:txBody>
      </p:sp>
      <p:sp>
        <p:nvSpPr>
          <p:cNvPr id="75" name="Google Shape;75;p19"/>
          <p:cNvSpPr txBox="1"/>
          <p:nvPr>
            <p:ph idx="1" type="body"/>
          </p:nvPr>
        </p:nvSpPr>
        <p:spPr>
          <a:xfrm>
            <a:off x="515409" y="2888617"/>
            <a:ext cx="4643100" cy="6609000"/>
          </a:xfrm>
          <a:prstGeom prst="rect">
            <a:avLst/>
          </a:prstGeom>
        </p:spPr>
        <p:txBody>
          <a:bodyPr anchorCtr="0" anchor="t" bIns="166075" lIns="166075" spcFirstLastPara="1" rIns="166075" wrap="square" tIns="166075">
            <a:noAutofit/>
          </a:bodyPr>
          <a:lstStyle>
            <a:lvl1pPr indent="-368300" lvl="0" marL="457200" rtl="0">
              <a:spcBef>
                <a:spcPts val="0"/>
              </a:spcBef>
              <a:spcAft>
                <a:spcPts val="0"/>
              </a:spcAft>
              <a:buSzPts val="2200"/>
              <a:buChar char="●"/>
              <a:defRPr sz="2200"/>
            </a:lvl1pPr>
            <a:lvl2pPr indent="-368300" lvl="1" marL="914400" rtl="0">
              <a:spcBef>
                <a:spcPts val="2900"/>
              </a:spcBef>
              <a:spcAft>
                <a:spcPts val="0"/>
              </a:spcAft>
              <a:buSzPts val="2200"/>
              <a:buChar char="○"/>
              <a:defRPr sz="2200"/>
            </a:lvl2pPr>
            <a:lvl3pPr indent="-368300" lvl="2" marL="1371600" rtl="0">
              <a:spcBef>
                <a:spcPts val="2900"/>
              </a:spcBef>
              <a:spcAft>
                <a:spcPts val="0"/>
              </a:spcAft>
              <a:buSzPts val="2200"/>
              <a:buChar char="■"/>
              <a:defRPr sz="2200"/>
            </a:lvl3pPr>
            <a:lvl4pPr indent="-368300" lvl="3" marL="1828800" rtl="0">
              <a:spcBef>
                <a:spcPts val="2900"/>
              </a:spcBef>
              <a:spcAft>
                <a:spcPts val="0"/>
              </a:spcAft>
              <a:buSzPts val="2200"/>
              <a:buChar char="●"/>
              <a:defRPr sz="2200"/>
            </a:lvl4pPr>
            <a:lvl5pPr indent="-368300" lvl="4" marL="2286000" rtl="0">
              <a:spcBef>
                <a:spcPts val="2900"/>
              </a:spcBef>
              <a:spcAft>
                <a:spcPts val="0"/>
              </a:spcAft>
              <a:buSzPts val="2200"/>
              <a:buChar char="○"/>
              <a:defRPr sz="2200"/>
            </a:lvl5pPr>
            <a:lvl6pPr indent="-368300" lvl="5" marL="2743200" rtl="0">
              <a:spcBef>
                <a:spcPts val="2900"/>
              </a:spcBef>
              <a:spcAft>
                <a:spcPts val="0"/>
              </a:spcAft>
              <a:buSzPts val="2200"/>
              <a:buChar char="■"/>
              <a:defRPr sz="2200"/>
            </a:lvl6pPr>
            <a:lvl7pPr indent="-368300" lvl="6" marL="3200400" rtl="0">
              <a:spcBef>
                <a:spcPts val="2900"/>
              </a:spcBef>
              <a:spcAft>
                <a:spcPts val="0"/>
              </a:spcAft>
              <a:buSzPts val="2200"/>
              <a:buChar char="●"/>
              <a:defRPr sz="2200"/>
            </a:lvl7pPr>
            <a:lvl8pPr indent="-368300" lvl="7" marL="3657600" rtl="0">
              <a:spcBef>
                <a:spcPts val="2900"/>
              </a:spcBef>
              <a:spcAft>
                <a:spcPts val="0"/>
              </a:spcAft>
              <a:buSzPts val="2200"/>
              <a:buChar char="○"/>
              <a:defRPr sz="2200"/>
            </a:lvl8pPr>
            <a:lvl9pPr indent="-368300" lvl="8" marL="4114800" rtl="0">
              <a:spcBef>
                <a:spcPts val="2900"/>
              </a:spcBef>
              <a:spcAft>
                <a:spcPts val="2900"/>
              </a:spcAft>
              <a:buSzPts val="2200"/>
              <a:buChar char="■"/>
              <a:defRPr sz="2200"/>
            </a:lvl9pPr>
          </a:lstStyle>
          <a:p/>
        </p:txBody>
      </p:sp>
      <p:sp>
        <p:nvSpPr>
          <p:cNvPr id="76" name="Google Shape;76;p19"/>
          <p:cNvSpPr txBox="1"/>
          <p:nvPr>
            <p:ph idx="12" type="sldNum"/>
          </p:nvPr>
        </p:nvSpPr>
        <p:spPr>
          <a:xfrm>
            <a:off x="14009576" y="9693616"/>
            <a:ext cx="907200" cy="818100"/>
          </a:xfrm>
          <a:prstGeom prst="rect">
            <a:avLst/>
          </a:prstGeom>
        </p:spPr>
        <p:txBody>
          <a:bodyPr anchorCtr="0" anchor="ctr" bIns="166075" lIns="166075" spcFirstLastPara="1" rIns="166075" wrap="square" tIns="16607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810650" y="935745"/>
            <a:ext cx="10529400" cy="8503800"/>
          </a:xfrm>
          <a:prstGeom prst="rect">
            <a:avLst/>
          </a:prstGeom>
        </p:spPr>
        <p:txBody>
          <a:bodyPr anchorCtr="0" anchor="ctr" bIns="166075" lIns="166075" spcFirstLastPara="1" rIns="166075" wrap="square" tIns="166075">
            <a:noAutofit/>
          </a:bodyPr>
          <a:lstStyle>
            <a:lvl1pPr lvl="0" rtl="0">
              <a:spcBef>
                <a:spcPts val="0"/>
              </a:spcBef>
              <a:spcAft>
                <a:spcPts val="0"/>
              </a:spcAft>
              <a:buSzPts val="8600"/>
              <a:buNone/>
              <a:defRPr sz="8600"/>
            </a:lvl1pPr>
            <a:lvl2pPr lvl="1" rtl="0">
              <a:spcBef>
                <a:spcPts val="0"/>
              </a:spcBef>
              <a:spcAft>
                <a:spcPts val="0"/>
              </a:spcAft>
              <a:buSzPts val="8600"/>
              <a:buNone/>
              <a:defRPr sz="8600"/>
            </a:lvl2pPr>
            <a:lvl3pPr lvl="2" rtl="0">
              <a:spcBef>
                <a:spcPts val="0"/>
              </a:spcBef>
              <a:spcAft>
                <a:spcPts val="0"/>
              </a:spcAft>
              <a:buSzPts val="8600"/>
              <a:buNone/>
              <a:defRPr sz="8600"/>
            </a:lvl3pPr>
            <a:lvl4pPr lvl="3" rtl="0">
              <a:spcBef>
                <a:spcPts val="0"/>
              </a:spcBef>
              <a:spcAft>
                <a:spcPts val="0"/>
              </a:spcAft>
              <a:buSzPts val="8600"/>
              <a:buNone/>
              <a:defRPr sz="8600"/>
            </a:lvl4pPr>
            <a:lvl5pPr lvl="4" rtl="0">
              <a:spcBef>
                <a:spcPts val="0"/>
              </a:spcBef>
              <a:spcAft>
                <a:spcPts val="0"/>
              </a:spcAft>
              <a:buSzPts val="8600"/>
              <a:buNone/>
              <a:defRPr sz="8600"/>
            </a:lvl5pPr>
            <a:lvl6pPr lvl="5" rtl="0">
              <a:spcBef>
                <a:spcPts val="0"/>
              </a:spcBef>
              <a:spcAft>
                <a:spcPts val="0"/>
              </a:spcAft>
              <a:buSzPts val="8600"/>
              <a:buNone/>
              <a:defRPr sz="8600"/>
            </a:lvl6pPr>
            <a:lvl7pPr lvl="6" rtl="0">
              <a:spcBef>
                <a:spcPts val="0"/>
              </a:spcBef>
              <a:spcAft>
                <a:spcPts val="0"/>
              </a:spcAft>
              <a:buSzPts val="8600"/>
              <a:buNone/>
              <a:defRPr sz="8600"/>
            </a:lvl7pPr>
            <a:lvl8pPr lvl="7" rtl="0">
              <a:spcBef>
                <a:spcPts val="0"/>
              </a:spcBef>
              <a:spcAft>
                <a:spcPts val="0"/>
              </a:spcAft>
              <a:buSzPts val="8600"/>
              <a:buNone/>
              <a:defRPr sz="8600"/>
            </a:lvl8pPr>
            <a:lvl9pPr lvl="8" rtl="0">
              <a:spcBef>
                <a:spcPts val="0"/>
              </a:spcBef>
              <a:spcAft>
                <a:spcPts val="0"/>
              </a:spcAft>
              <a:buSzPts val="8600"/>
              <a:buNone/>
              <a:defRPr sz="8600"/>
            </a:lvl9pPr>
          </a:lstStyle>
          <a:p/>
        </p:txBody>
      </p:sp>
      <p:sp>
        <p:nvSpPr>
          <p:cNvPr id="79" name="Google Shape;79;p20"/>
          <p:cNvSpPr txBox="1"/>
          <p:nvPr>
            <p:ph idx="12" type="sldNum"/>
          </p:nvPr>
        </p:nvSpPr>
        <p:spPr>
          <a:xfrm>
            <a:off x="14009576" y="9693616"/>
            <a:ext cx="907200" cy="818100"/>
          </a:xfrm>
          <a:prstGeom prst="rect">
            <a:avLst/>
          </a:prstGeom>
        </p:spPr>
        <p:txBody>
          <a:bodyPr anchorCtr="0" anchor="ctr" bIns="166075" lIns="166075" spcFirstLastPara="1" rIns="166075" wrap="square" tIns="16607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7560000" y="-260"/>
            <a:ext cx="7560000" cy="10692000"/>
          </a:xfrm>
          <a:prstGeom prst="rect">
            <a:avLst/>
          </a:prstGeom>
          <a:solidFill>
            <a:schemeClr val="lt2"/>
          </a:solidFill>
          <a:ln>
            <a:noFill/>
          </a:ln>
        </p:spPr>
        <p:txBody>
          <a:bodyPr anchorCtr="0" anchor="ctr" bIns="166075" lIns="166075" spcFirstLastPara="1" rIns="166075" wrap="square" tIns="16607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439016" y="2563450"/>
            <a:ext cx="6688800" cy="3081300"/>
          </a:xfrm>
          <a:prstGeom prst="rect">
            <a:avLst/>
          </a:prstGeom>
        </p:spPr>
        <p:txBody>
          <a:bodyPr anchorCtr="0" anchor="b" bIns="166075" lIns="166075" spcFirstLastPara="1" rIns="166075" wrap="square" tIns="166075">
            <a:noAutofit/>
          </a:bodyPr>
          <a:lstStyle>
            <a:lvl1pPr lvl="0" rtl="0" algn="ctr">
              <a:spcBef>
                <a:spcPts val="0"/>
              </a:spcBef>
              <a:spcAft>
                <a:spcPts val="0"/>
              </a:spcAft>
              <a:buSzPts val="7500"/>
              <a:buNone/>
              <a:defRPr sz="7500"/>
            </a:lvl1pPr>
            <a:lvl2pPr lvl="1" rtl="0" algn="ctr">
              <a:spcBef>
                <a:spcPts val="0"/>
              </a:spcBef>
              <a:spcAft>
                <a:spcPts val="0"/>
              </a:spcAft>
              <a:buSzPts val="7500"/>
              <a:buNone/>
              <a:defRPr sz="7500"/>
            </a:lvl2pPr>
            <a:lvl3pPr lvl="2" rtl="0" algn="ctr">
              <a:spcBef>
                <a:spcPts val="0"/>
              </a:spcBef>
              <a:spcAft>
                <a:spcPts val="0"/>
              </a:spcAft>
              <a:buSzPts val="7500"/>
              <a:buNone/>
              <a:defRPr sz="7500"/>
            </a:lvl3pPr>
            <a:lvl4pPr lvl="3" rtl="0" algn="ctr">
              <a:spcBef>
                <a:spcPts val="0"/>
              </a:spcBef>
              <a:spcAft>
                <a:spcPts val="0"/>
              </a:spcAft>
              <a:buSzPts val="7500"/>
              <a:buNone/>
              <a:defRPr sz="7500"/>
            </a:lvl4pPr>
            <a:lvl5pPr lvl="4" rtl="0" algn="ctr">
              <a:spcBef>
                <a:spcPts val="0"/>
              </a:spcBef>
              <a:spcAft>
                <a:spcPts val="0"/>
              </a:spcAft>
              <a:buSzPts val="7500"/>
              <a:buNone/>
              <a:defRPr sz="7500"/>
            </a:lvl5pPr>
            <a:lvl6pPr lvl="5" rtl="0" algn="ctr">
              <a:spcBef>
                <a:spcPts val="0"/>
              </a:spcBef>
              <a:spcAft>
                <a:spcPts val="0"/>
              </a:spcAft>
              <a:buSzPts val="7500"/>
              <a:buNone/>
              <a:defRPr sz="7500"/>
            </a:lvl6pPr>
            <a:lvl7pPr lvl="6" rtl="0" algn="ctr">
              <a:spcBef>
                <a:spcPts val="0"/>
              </a:spcBef>
              <a:spcAft>
                <a:spcPts val="0"/>
              </a:spcAft>
              <a:buSzPts val="7500"/>
              <a:buNone/>
              <a:defRPr sz="7500"/>
            </a:lvl7pPr>
            <a:lvl8pPr lvl="7" rtl="0" algn="ctr">
              <a:spcBef>
                <a:spcPts val="0"/>
              </a:spcBef>
              <a:spcAft>
                <a:spcPts val="0"/>
              </a:spcAft>
              <a:buSzPts val="7500"/>
              <a:buNone/>
              <a:defRPr sz="7500"/>
            </a:lvl8pPr>
            <a:lvl9pPr lvl="8" rtl="0" algn="ctr">
              <a:spcBef>
                <a:spcPts val="0"/>
              </a:spcBef>
              <a:spcAft>
                <a:spcPts val="0"/>
              </a:spcAft>
              <a:buSzPts val="7500"/>
              <a:buNone/>
              <a:defRPr sz="7500"/>
            </a:lvl9pPr>
          </a:lstStyle>
          <a:p/>
        </p:txBody>
      </p:sp>
      <p:sp>
        <p:nvSpPr>
          <p:cNvPr id="83" name="Google Shape;83;p21"/>
          <p:cNvSpPr txBox="1"/>
          <p:nvPr>
            <p:ph idx="1" type="subTitle"/>
          </p:nvPr>
        </p:nvSpPr>
        <p:spPr>
          <a:xfrm>
            <a:off x="439016" y="5826865"/>
            <a:ext cx="6688800" cy="2567400"/>
          </a:xfrm>
          <a:prstGeom prst="rect">
            <a:avLst/>
          </a:prstGeom>
        </p:spPr>
        <p:txBody>
          <a:bodyPr anchorCtr="0" anchor="t" bIns="166075" lIns="166075" spcFirstLastPara="1" rIns="166075" wrap="square" tIns="166075">
            <a:noAutofit/>
          </a:bodyPr>
          <a:lstStyle>
            <a:lvl1pPr lvl="0" rtl="0" algn="ctr">
              <a:lnSpc>
                <a:spcPct val="100000"/>
              </a:lnSpc>
              <a:spcBef>
                <a:spcPts val="0"/>
              </a:spcBef>
              <a:spcAft>
                <a:spcPts val="0"/>
              </a:spcAft>
              <a:buSzPts val="3800"/>
              <a:buNone/>
              <a:defRPr sz="3800"/>
            </a:lvl1pPr>
            <a:lvl2pPr lvl="1" rtl="0" algn="ctr">
              <a:lnSpc>
                <a:spcPct val="100000"/>
              </a:lnSpc>
              <a:spcBef>
                <a:spcPts val="0"/>
              </a:spcBef>
              <a:spcAft>
                <a:spcPts val="0"/>
              </a:spcAft>
              <a:buSzPts val="3800"/>
              <a:buNone/>
              <a:defRPr sz="3800"/>
            </a:lvl2pPr>
            <a:lvl3pPr lvl="2" rtl="0" algn="ctr">
              <a:lnSpc>
                <a:spcPct val="100000"/>
              </a:lnSpc>
              <a:spcBef>
                <a:spcPts val="0"/>
              </a:spcBef>
              <a:spcAft>
                <a:spcPts val="0"/>
              </a:spcAft>
              <a:buSzPts val="3800"/>
              <a:buNone/>
              <a:defRPr sz="3800"/>
            </a:lvl3pPr>
            <a:lvl4pPr lvl="3" rtl="0" algn="ctr">
              <a:lnSpc>
                <a:spcPct val="100000"/>
              </a:lnSpc>
              <a:spcBef>
                <a:spcPts val="0"/>
              </a:spcBef>
              <a:spcAft>
                <a:spcPts val="0"/>
              </a:spcAft>
              <a:buSzPts val="3800"/>
              <a:buNone/>
              <a:defRPr sz="3800"/>
            </a:lvl4pPr>
            <a:lvl5pPr lvl="4" rtl="0" algn="ctr">
              <a:lnSpc>
                <a:spcPct val="100000"/>
              </a:lnSpc>
              <a:spcBef>
                <a:spcPts val="0"/>
              </a:spcBef>
              <a:spcAft>
                <a:spcPts val="0"/>
              </a:spcAft>
              <a:buSzPts val="3800"/>
              <a:buNone/>
              <a:defRPr sz="3800"/>
            </a:lvl5pPr>
            <a:lvl6pPr lvl="5" rtl="0" algn="ctr">
              <a:lnSpc>
                <a:spcPct val="100000"/>
              </a:lnSpc>
              <a:spcBef>
                <a:spcPts val="0"/>
              </a:spcBef>
              <a:spcAft>
                <a:spcPts val="0"/>
              </a:spcAft>
              <a:buSzPts val="3800"/>
              <a:buNone/>
              <a:defRPr sz="3800"/>
            </a:lvl6pPr>
            <a:lvl7pPr lvl="6" rtl="0" algn="ctr">
              <a:lnSpc>
                <a:spcPct val="100000"/>
              </a:lnSpc>
              <a:spcBef>
                <a:spcPts val="0"/>
              </a:spcBef>
              <a:spcAft>
                <a:spcPts val="0"/>
              </a:spcAft>
              <a:buSzPts val="3800"/>
              <a:buNone/>
              <a:defRPr sz="3800"/>
            </a:lvl7pPr>
            <a:lvl8pPr lvl="7" rtl="0" algn="ctr">
              <a:lnSpc>
                <a:spcPct val="100000"/>
              </a:lnSpc>
              <a:spcBef>
                <a:spcPts val="0"/>
              </a:spcBef>
              <a:spcAft>
                <a:spcPts val="0"/>
              </a:spcAft>
              <a:buSzPts val="3800"/>
              <a:buNone/>
              <a:defRPr sz="3800"/>
            </a:lvl8pPr>
            <a:lvl9pPr lvl="8" rtl="0" algn="ctr">
              <a:lnSpc>
                <a:spcPct val="100000"/>
              </a:lnSpc>
              <a:spcBef>
                <a:spcPts val="0"/>
              </a:spcBef>
              <a:spcAft>
                <a:spcPts val="0"/>
              </a:spcAft>
              <a:buSzPts val="3800"/>
              <a:buNone/>
              <a:defRPr sz="3800"/>
            </a:lvl9pPr>
          </a:lstStyle>
          <a:p/>
        </p:txBody>
      </p:sp>
      <p:sp>
        <p:nvSpPr>
          <p:cNvPr id="84" name="Google Shape;84;p21"/>
          <p:cNvSpPr txBox="1"/>
          <p:nvPr>
            <p:ph idx="2" type="body"/>
          </p:nvPr>
        </p:nvSpPr>
        <p:spPr>
          <a:xfrm>
            <a:off x="8167677" y="1505164"/>
            <a:ext cx="6344700" cy="7681200"/>
          </a:xfrm>
          <a:prstGeom prst="rect">
            <a:avLst/>
          </a:prstGeom>
        </p:spPr>
        <p:txBody>
          <a:bodyPr anchorCtr="0" anchor="ctr" bIns="166075" lIns="166075" spcFirstLastPara="1" rIns="166075" wrap="square" tIns="166075">
            <a:noAutofit/>
          </a:bodyPr>
          <a:lstStyle>
            <a:lvl1pPr indent="-431800" lvl="0" marL="457200" rtl="0">
              <a:spcBef>
                <a:spcPts val="0"/>
              </a:spcBef>
              <a:spcAft>
                <a:spcPts val="0"/>
              </a:spcAft>
              <a:buSzPts val="3200"/>
              <a:buChar char="●"/>
              <a:defRPr/>
            </a:lvl1pPr>
            <a:lvl2pPr indent="-387350" lvl="1" marL="914400" rtl="0">
              <a:spcBef>
                <a:spcPts val="2900"/>
              </a:spcBef>
              <a:spcAft>
                <a:spcPts val="0"/>
              </a:spcAft>
              <a:buSzPts val="2500"/>
              <a:buChar char="○"/>
              <a:defRPr/>
            </a:lvl2pPr>
            <a:lvl3pPr indent="-387350" lvl="2" marL="1371600" rtl="0">
              <a:spcBef>
                <a:spcPts val="2900"/>
              </a:spcBef>
              <a:spcAft>
                <a:spcPts val="0"/>
              </a:spcAft>
              <a:buSzPts val="2500"/>
              <a:buChar char="■"/>
              <a:defRPr/>
            </a:lvl3pPr>
            <a:lvl4pPr indent="-387350" lvl="3" marL="1828800" rtl="0">
              <a:spcBef>
                <a:spcPts val="2900"/>
              </a:spcBef>
              <a:spcAft>
                <a:spcPts val="0"/>
              </a:spcAft>
              <a:buSzPts val="2500"/>
              <a:buChar char="●"/>
              <a:defRPr/>
            </a:lvl4pPr>
            <a:lvl5pPr indent="-387350" lvl="4" marL="2286000" rtl="0">
              <a:spcBef>
                <a:spcPts val="2900"/>
              </a:spcBef>
              <a:spcAft>
                <a:spcPts val="0"/>
              </a:spcAft>
              <a:buSzPts val="2500"/>
              <a:buChar char="○"/>
              <a:defRPr/>
            </a:lvl5pPr>
            <a:lvl6pPr indent="-387350" lvl="5" marL="2743200" rtl="0">
              <a:spcBef>
                <a:spcPts val="2900"/>
              </a:spcBef>
              <a:spcAft>
                <a:spcPts val="0"/>
              </a:spcAft>
              <a:buSzPts val="2500"/>
              <a:buChar char="■"/>
              <a:defRPr/>
            </a:lvl6pPr>
            <a:lvl7pPr indent="-387350" lvl="6" marL="3200400" rtl="0">
              <a:spcBef>
                <a:spcPts val="2900"/>
              </a:spcBef>
              <a:spcAft>
                <a:spcPts val="0"/>
              </a:spcAft>
              <a:buSzPts val="2500"/>
              <a:buChar char="●"/>
              <a:defRPr/>
            </a:lvl7pPr>
            <a:lvl8pPr indent="-387350" lvl="7" marL="3657600" rtl="0">
              <a:spcBef>
                <a:spcPts val="2900"/>
              </a:spcBef>
              <a:spcAft>
                <a:spcPts val="0"/>
              </a:spcAft>
              <a:buSzPts val="2500"/>
              <a:buChar char="○"/>
              <a:defRPr/>
            </a:lvl8pPr>
            <a:lvl9pPr indent="-387350" lvl="8" marL="4114800" rtl="0">
              <a:spcBef>
                <a:spcPts val="2900"/>
              </a:spcBef>
              <a:spcAft>
                <a:spcPts val="2900"/>
              </a:spcAft>
              <a:buSzPts val="2500"/>
              <a:buChar char="■"/>
              <a:defRPr/>
            </a:lvl9pPr>
          </a:lstStyle>
          <a:p/>
        </p:txBody>
      </p:sp>
      <p:sp>
        <p:nvSpPr>
          <p:cNvPr id="85" name="Google Shape;85;p21"/>
          <p:cNvSpPr txBox="1"/>
          <p:nvPr>
            <p:ph idx="12" type="sldNum"/>
          </p:nvPr>
        </p:nvSpPr>
        <p:spPr>
          <a:xfrm>
            <a:off x="14009576" y="9693616"/>
            <a:ext cx="907200" cy="818100"/>
          </a:xfrm>
          <a:prstGeom prst="rect">
            <a:avLst/>
          </a:prstGeom>
        </p:spPr>
        <p:txBody>
          <a:bodyPr anchorCtr="0" anchor="ctr" bIns="166075" lIns="166075" spcFirstLastPara="1" rIns="166075" wrap="square" tIns="16607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515409" y="8794266"/>
            <a:ext cx="9919200" cy="1257900"/>
          </a:xfrm>
          <a:prstGeom prst="rect">
            <a:avLst/>
          </a:prstGeom>
        </p:spPr>
        <p:txBody>
          <a:bodyPr anchorCtr="0" anchor="ctr" bIns="166075" lIns="166075" spcFirstLastPara="1" rIns="166075" wrap="square" tIns="166075">
            <a:noAutofit/>
          </a:bodyPr>
          <a:lstStyle>
            <a:lvl1pPr indent="-228600" lvl="0" marL="457200" rtl="0">
              <a:lnSpc>
                <a:spcPct val="100000"/>
              </a:lnSpc>
              <a:spcBef>
                <a:spcPts val="0"/>
              </a:spcBef>
              <a:spcAft>
                <a:spcPts val="0"/>
              </a:spcAft>
              <a:buSzPts val="3200"/>
              <a:buNone/>
              <a:defRPr/>
            </a:lvl1pPr>
          </a:lstStyle>
          <a:p/>
        </p:txBody>
      </p:sp>
      <p:sp>
        <p:nvSpPr>
          <p:cNvPr id="88" name="Google Shape;88;p22"/>
          <p:cNvSpPr txBox="1"/>
          <p:nvPr>
            <p:ph idx="12" type="sldNum"/>
          </p:nvPr>
        </p:nvSpPr>
        <p:spPr>
          <a:xfrm>
            <a:off x="14009576" y="9693616"/>
            <a:ext cx="907200" cy="818100"/>
          </a:xfrm>
          <a:prstGeom prst="rect">
            <a:avLst/>
          </a:prstGeom>
        </p:spPr>
        <p:txBody>
          <a:bodyPr anchorCtr="0" anchor="ctr" bIns="166075" lIns="166075" spcFirstLastPara="1" rIns="166075" wrap="square" tIns="16607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515409" y="2299346"/>
            <a:ext cx="14089200" cy="4081500"/>
          </a:xfrm>
          <a:prstGeom prst="rect">
            <a:avLst/>
          </a:prstGeom>
        </p:spPr>
        <p:txBody>
          <a:bodyPr anchorCtr="0" anchor="b" bIns="166075" lIns="166075" spcFirstLastPara="1" rIns="166075" wrap="square" tIns="166075">
            <a:noAutofit/>
          </a:bodyPr>
          <a:lstStyle>
            <a:lvl1pPr lvl="0" rtl="0" algn="ctr">
              <a:spcBef>
                <a:spcPts val="0"/>
              </a:spcBef>
              <a:spcAft>
                <a:spcPts val="0"/>
              </a:spcAft>
              <a:buSzPts val="21700"/>
              <a:buNone/>
              <a:defRPr sz="21700"/>
            </a:lvl1pPr>
            <a:lvl2pPr lvl="1" rtl="0" algn="ctr">
              <a:spcBef>
                <a:spcPts val="0"/>
              </a:spcBef>
              <a:spcAft>
                <a:spcPts val="0"/>
              </a:spcAft>
              <a:buSzPts val="21700"/>
              <a:buNone/>
              <a:defRPr sz="21700"/>
            </a:lvl2pPr>
            <a:lvl3pPr lvl="2" rtl="0" algn="ctr">
              <a:spcBef>
                <a:spcPts val="0"/>
              </a:spcBef>
              <a:spcAft>
                <a:spcPts val="0"/>
              </a:spcAft>
              <a:buSzPts val="21700"/>
              <a:buNone/>
              <a:defRPr sz="21700"/>
            </a:lvl3pPr>
            <a:lvl4pPr lvl="3" rtl="0" algn="ctr">
              <a:spcBef>
                <a:spcPts val="0"/>
              </a:spcBef>
              <a:spcAft>
                <a:spcPts val="0"/>
              </a:spcAft>
              <a:buSzPts val="21700"/>
              <a:buNone/>
              <a:defRPr sz="21700"/>
            </a:lvl4pPr>
            <a:lvl5pPr lvl="4" rtl="0" algn="ctr">
              <a:spcBef>
                <a:spcPts val="0"/>
              </a:spcBef>
              <a:spcAft>
                <a:spcPts val="0"/>
              </a:spcAft>
              <a:buSzPts val="21700"/>
              <a:buNone/>
              <a:defRPr sz="21700"/>
            </a:lvl5pPr>
            <a:lvl6pPr lvl="5" rtl="0" algn="ctr">
              <a:spcBef>
                <a:spcPts val="0"/>
              </a:spcBef>
              <a:spcAft>
                <a:spcPts val="0"/>
              </a:spcAft>
              <a:buSzPts val="21700"/>
              <a:buNone/>
              <a:defRPr sz="21700"/>
            </a:lvl6pPr>
            <a:lvl7pPr lvl="6" rtl="0" algn="ctr">
              <a:spcBef>
                <a:spcPts val="0"/>
              </a:spcBef>
              <a:spcAft>
                <a:spcPts val="0"/>
              </a:spcAft>
              <a:buSzPts val="21700"/>
              <a:buNone/>
              <a:defRPr sz="21700"/>
            </a:lvl7pPr>
            <a:lvl8pPr lvl="7" rtl="0" algn="ctr">
              <a:spcBef>
                <a:spcPts val="0"/>
              </a:spcBef>
              <a:spcAft>
                <a:spcPts val="0"/>
              </a:spcAft>
              <a:buSzPts val="21700"/>
              <a:buNone/>
              <a:defRPr sz="21700"/>
            </a:lvl8pPr>
            <a:lvl9pPr lvl="8" rtl="0" algn="ctr">
              <a:spcBef>
                <a:spcPts val="0"/>
              </a:spcBef>
              <a:spcAft>
                <a:spcPts val="0"/>
              </a:spcAft>
              <a:buSzPts val="21700"/>
              <a:buNone/>
              <a:defRPr sz="21700"/>
            </a:lvl9pPr>
          </a:lstStyle>
          <a:p>
            <a:r>
              <a:t>xx%</a:t>
            </a:r>
          </a:p>
        </p:txBody>
      </p:sp>
      <p:sp>
        <p:nvSpPr>
          <p:cNvPr id="91" name="Google Shape;91;p23"/>
          <p:cNvSpPr txBox="1"/>
          <p:nvPr>
            <p:ph idx="1" type="body"/>
          </p:nvPr>
        </p:nvSpPr>
        <p:spPr>
          <a:xfrm>
            <a:off x="515409" y="6552657"/>
            <a:ext cx="14089200" cy="2703900"/>
          </a:xfrm>
          <a:prstGeom prst="rect">
            <a:avLst/>
          </a:prstGeom>
        </p:spPr>
        <p:txBody>
          <a:bodyPr anchorCtr="0" anchor="t" bIns="166075" lIns="166075" spcFirstLastPara="1" rIns="166075" wrap="square" tIns="166075">
            <a:noAutofit/>
          </a:bodyPr>
          <a:lstStyle>
            <a:lvl1pPr indent="-431800" lvl="0" marL="457200" rtl="0" algn="ctr">
              <a:spcBef>
                <a:spcPts val="0"/>
              </a:spcBef>
              <a:spcAft>
                <a:spcPts val="0"/>
              </a:spcAft>
              <a:buSzPts val="3200"/>
              <a:buChar char="●"/>
              <a:defRPr/>
            </a:lvl1pPr>
            <a:lvl2pPr indent="-387350" lvl="1" marL="914400" rtl="0" algn="ctr">
              <a:spcBef>
                <a:spcPts val="2900"/>
              </a:spcBef>
              <a:spcAft>
                <a:spcPts val="0"/>
              </a:spcAft>
              <a:buSzPts val="2500"/>
              <a:buChar char="○"/>
              <a:defRPr/>
            </a:lvl2pPr>
            <a:lvl3pPr indent="-387350" lvl="2" marL="1371600" rtl="0" algn="ctr">
              <a:spcBef>
                <a:spcPts val="2900"/>
              </a:spcBef>
              <a:spcAft>
                <a:spcPts val="0"/>
              </a:spcAft>
              <a:buSzPts val="2500"/>
              <a:buChar char="■"/>
              <a:defRPr/>
            </a:lvl3pPr>
            <a:lvl4pPr indent="-387350" lvl="3" marL="1828800" rtl="0" algn="ctr">
              <a:spcBef>
                <a:spcPts val="2900"/>
              </a:spcBef>
              <a:spcAft>
                <a:spcPts val="0"/>
              </a:spcAft>
              <a:buSzPts val="2500"/>
              <a:buChar char="●"/>
              <a:defRPr/>
            </a:lvl4pPr>
            <a:lvl5pPr indent="-387350" lvl="4" marL="2286000" rtl="0" algn="ctr">
              <a:spcBef>
                <a:spcPts val="2900"/>
              </a:spcBef>
              <a:spcAft>
                <a:spcPts val="0"/>
              </a:spcAft>
              <a:buSzPts val="2500"/>
              <a:buChar char="○"/>
              <a:defRPr/>
            </a:lvl5pPr>
            <a:lvl6pPr indent="-387350" lvl="5" marL="2743200" rtl="0" algn="ctr">
              <a:spcBef>
                <a:spcPts val="2900"/>
              </a:spcBef>
              <a:spcAft>
                <a:spcPts val="0"/>
              </a:spcAft>
              <a:buSzPts val="2500"/>
              <a:buChar char="■"/>
              <a:defRPr/>
            </a:lvl6pPr>
            <a:lvl7pPr indent="-387350" lvl="6" marL="3200400" rtl="0" algn="ctr">
              <a:spcBef>
                <a:spcPts val="2900"/>
              </a:spcBef>
              <a:spcAft>
                <a:spcPts val="0"/>
              </a:spcAft>
              <a:buSzPts val="2500"/>
              <a:buChar char="●"/>
              <a:defRPr/>
            </a:lvl7pPr>
            <a:lvl8pPr indent="-387350" lvl="7" marL="3657600" rtl="0" algn="ctr">
              <a:spcBef>
                <a:spcPts val="2900"/>
              </a:spcBef>
              <a:spcAft>
                <a:spcPts val="0"/>
              </a:spcAft>
              <a:buSzPts val="2500"/>
              <a:buChar char="○"/>
              <a:defRPr/>
            </a:lvl8pPr>
            <a:lvl9pPr indent="-387350" lvl="8" marL="4114800" rtl="0" algn="ctr">
              <a:spcBef>
                <a:spcPts val="2900"/>
              </a:spcBef>
              <a:spcAft>
                <a:spcPts val="2900"/>
              </a:spcAft>
              <a:buSzPts val="2500"/>
              <a:buChar char="■"/>
              <a:defRPr/>
            </a:lvl9pPr>
          </a:lstStyle>
          <a:p/>
        </p:txBody>
      </p:sp>
      <p:sp>
        <p:nvSpPr>
          <p:cNvPr id="92" name="Google Shape;92;p23"/>
          <p:cNvSpPr txBox="1"/>
          <p:nvPr>
            <p:ph idx="12" type="sldNum"/>
          </p:nvPr>
        </p:nvSpPr>
        <p:spPr>
          <a:xfrm>
            <a:off x="14009576" y="9693616"/>
            <a:ext cx="907200" cy="818100"/>
          </a:xfrm>
          <a:prstGeom prst="rect">
            <a:avLst/>
          </a:prstGeom>
        </p:spPr>
        <p:txBody>
          <a:bodyPr anchorCtr="0" anchor="ctr" bIns="166075" lIns="166075" spcFirstLastPara="1" rIns="166075" wrap="square" tIns="16607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14009576" y="9693616"/>
            <a:ext cx="907200" cy="818100"/>
          </a:xfrm>
          <a:prstGeom prst="rect">
            <a:avLst/>
          </a:prstGeom>
        </p:spPr>
        <p:txBody>
          <a:bodyPr anchorCtr="0" anchor="ctr" bIns="166075" lIns="166075" spcFirstLastPara="1" rIns="166075" wrap="square" tIns="16607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515409" y="925091"/>
            <a:ext cx="14089200" cy="1190400"/>
          </a:xfrm>
          <a:prstGeom prst="rect">
            <a:avLst/>
          </a:prstGeom>
          <a:noFill/>
          <a:ln>
            <a:noFill/>
          </a:ln>
        </p:spPr>
        <p:txBody>
          <a:bodyPr anchorCtr="0" anchor="t" bIns="164125" lIns="164125" spcFirstLastPara="1" rIns="164125" wrap="square" tIns="164125">
            <a:normAutofit/>
          </a:bodyPr>
          <a:lstStyle>
            <a:lvl1pPr lvl="0">
              <a:spcBef>
                <a:spcPts val="0"/>
              </a:spcBef>
              <a:spcAft>
                <a:spcPts val="0"/>
              </a:spcAft>
              <a:buClr>
                <a:schemeClr val="dk1"/>
              </a:buClr>
              <a:buSzPts val="5000"/>
              <a:buNone/>
              <a:defRPr sz="5000">
                <a:solidFill>
                  <a:schemeClr val="dk1"/>
                </a:solidFill>
              </a:defRPr>
            </a:lvl1pPr>
            <a:lvl2pPr lvl="1">
              <a:spcBef>
                <a:spcPts val="0"/>
              </a:spcBef>
              <a:spcAft>
                <a:spcPts val="0"/>
              </a:spcAft>
              <a:buClr>
                <a:schemeClr val="dk1"/>
              </a:buClr>
              <a:buSzPts val="5000"/>
              <a:buNone/>
              <a:defRPr sz="5000">
                <a:solidFill>
                  <a:schemeClr val="dk1"/>
                </a:solidFill>
              </a:defRPr>
            </a:lvl2pPr>
            <a:lvl3pPr lvl="2">
              <a:spcBef>
                <a:spcPts val="0"/>
              </a:spcBef>
              <a:spcAft>
                <a:spcPts val="0"/>
              </a:spcAft>
              <a:buClr>
                <a:schemeClr val="dk1"/>
              </a:buClr>
              <a:buSzPts val="5000"/>
              <a:buNone/>
              <a:defRPr sz="5000">
                <a:solidFill>
                  <a:schemeClr val="dk1"/>
                </a:solidFill>
              </a:defRPr>
            </a:lvl3pPr>
            <a:lvl4pPr lvl="3">
              <a:spcBef>
                <a:spcPts val="0"/>
              </a:spcBef>
              <a:spcAft>
                <a:spcPts val="0"/>
              </a:spcAft>
              <a:buClr>
                <a:schemeClr val="dk1"/>
              </a:buClr>
              <a:buSzPts val="5000"/>
              <a:buNone/>
              <a:defRPr sz="5000">
                <a:solidFill>
                  <a:schemeClr val="dk1"/>
                </a:solidFill>
              </a:defRPr>
            </a:lvl4pPr>
            <a:lvl5pPr lvl="4">
              <a:spcBef>
                <a:spcPts val="0"/>
              </a:spcBef>
              <a:spcAft>
                <a:spcPts val="0"/>
              </a:spcAft>
              <a:buClr>
                <a:schemeClr val="dk1"/>
              </a:buClr>
              <a:buSzPts val="5000"/>
              <a:buNone/>
              <a:defRPr sz="5000">
                <a:solidFill>
                  <a:schemeClr val="dk1"/>
                </a:solidFill>
              </a:defRPr>
            </a:lvl5pPr>
            <a:lvl6pPr lvl="5">
              <a:spcBef>
                <a:spcPts val="0"/>
              </a:spcBef>
              <a:spcAft>
                <a:spcPts val="0"/>
              </a:spcAft>
              <a:buClr>
                <a:schemeClr val="dk1"/>
              </a:buClr>
              <a:buSzPts val="5000"/>
              <a:buNone/>
              <a:defRPr sz="5000">
                <a:solidFill>
                  <a:schemeClr val="dk1"/>
                </a:solidFill>
              </a:defRPr>
            </a:lvl6pPr>
            <a:lvl7pPr lvl="6">
              <a:spcBef>
                <a:spcPts val="0"/>
              </a:spcBef>
              <a:spcAft>
                <a:spcPts val="0"/>
              </a:spcAft>
              <a:buClr>
                <a:schemeClr val="dk1"/>
              </a:buClr>
              <a:buSzPts val="5000"/>
              <a:buNone/>
              <a:defRPr sz="5000">
                <a:solidFill>
                  <a:schemeClr val="dk1"/>
                </a:solidFill>
              </a:defRPr>
            </a:lvl7pPr>
            <a:lvl8pPr lvl="7">
              <a:spcBef>
                <a:spcPts val="0"/>
              </a:spcBef>
              <a:spcAft>
                <a:spcPts val="0"/>
              </a:spcAft>
              <a:buClr>
                <a:schemeClr val="dk1"/>
              </a:buClr>
              <a:buSzPts val="5000"/>
              <a:buNone/>
              <a:defRPr sz="5000">
                <a:solidFill>
                  <a:schemeClr val="dk1"/>
                </a:solidFill>
              </a:defRPr>
            </a:lvl8pPr>
            <a:lvl9pPr lvl="8">
              <a:spcBef>
                <a:spcPts val="0"/>
              </a:spcBef>
              <a:spcAft>
                <a:spcPts val="0"/>
              </a:spcAft>
              <a:buClr>
                <a:schemeClr val="dk1"/>
              </a:buClr>
              <a:buSzPts val="5000"/>
              <a:buNone/>
              <a:defRPr sz="5000">
                <a:solidFill>
                  <a:schemeClr val="dk1"/>
                </a:solidFill>
              </a:defRPr>
            </a:lvl9pPr>
          </a:lstStyle>
          <a:p/>
        </p:txBody>
      </p:sp>
      <p:sp>
        <p:nvSpPr>
          <p:cNvPr id="7" name="Google Shape;7;p1"/>
          <p:cNvSpPr txBox="1"/>
          <p:nvPr>
            <p:ph idx="1" type="body"/>
          </p:nvPr>
        </p:nvSpPr>
        <p:spPr>
          <a:xfrm>
            <a:off x="515409" y="2395696"/>
            <a:ext cx="14089200" cy="7101900"/>
          </a:xfrm>
          <a:prstGeom prst="rect">
            <a:avLst/>
          </a:prstGeom>
          <a:noFill/>
          <a:ln>
            <a:noFill/>
          </a:ln>
        </p:spPr>
        <p:txBody>
          <a:bodyPr anchorCtr="0" anchor="t" bIns="164125" lIns="164125" spcFirstLastPara="1" rIns="164125" wrap="square" tIns="164125">
            <a:normAutofit/>
          </a:bodyPr>
          <a:lstStyle>
            <a:lvl1pPr indent="-431800" lvl="0" marL="457200">
              <a:lnSpc>
                <a:spcPct val="115000"/>
              </a:lnSpc>
              <a:spcBef>
                <a:spcPts val="0"/>
              </a:spcBef>
              <a:spcAft>
                <a:spcPts val="0"/>
              </a:spcAft>
              <a:buClr>
                <a:schemeClr val="dk2"/>
              </a:buClr>
              <a:buSzPts val="3200"/>
              <a:buChar char="●"/>
              <a:defRPr sz="3200">
                <a:solidFill>
                  <a:schemeClr val="dk2"/>
                </a:solidFill>
              </a:defRPr>
            </a:lvl1pPr>
            <a:lvl2pPr indent="-387350" lvl="1" marL="914400">
              <a:lnSpc>
                <a:spcPct val="115000"/>
              </a:lnSpc>
              <a:spcBef>
                <a:spcPts val="0"/>
              </a:spcBef>
              <a:spcAft>
                <a:spcPts val="0"/>
              </a:spcAft>
              <a:buClr>
                <a:schemeClr val="dk2"/>
              </a:buClr>
              <a:buSzPts val="2500"/>
              <a:buChar char="○"/>
              <a:defRPr sz="2500">
                <a:solidFill>
                  <a:schemeClr val="dk2"/>
                </a:solidFill>
              </a:defRPr>
            </a:lvl2pPr>
            <a:lvl3pPr indent="-387350" lvl="2" marL="1371600">
              <a:lnSpc>
                <a:spcPct val="115000"/>
              </a:lnSpc>
              <a:spcBef>
                <a:spcPts val="0"/>
              </a:spcBef>
              <a:spcAft>
                <a:spcPts val="0"/>
              </a:spcAft>
              <a:buClr>
                <a:schemeClr val="dk2"/>
              </a:buClr>
              <a:buSzPts val="2500"/>
              <a:buChar char="■"/>
              <a:defRPr sz="2500">
                <a:solidFill>
                  <a:schemeClr val="dk2"/>
                </a:solidFill>
              </a:defRPr>
            </a:lvl3pPr>
            <a:lvl4pPr indent="-387350" lvl="3" marL="1828800">
              <a:lnSpc>
                <a:spcPct val="115000"/>
              </a:lnSpc>
              <a:spcBef>
                <a:spcPts val="0"/>
              </a:spcBef>
              <a:spcAft>
                <a:spcPts val="0"/>
              </a:spcAft>
              <a:buClr>
                <a:schemeClr val="dk2"/>
              </a:buClr>
              <a:buSzPts val="2500"/>
              <a:buChar char="●"/>
              <a:defRPr sz="2500">
                <a:solidFill>
                  <a:schemeClr val="dk2"/>
                </a:solidFill>
              </a:defRPr>
            </a:lvl4pPr>
            <a:lvl5pPr indent="-387350" lvl="4" marL="2286000">
              <a:lnSpc>
                <a:spcPct val="115000"/>
              </a:lnSpc>
              <a:spcBef>
                <a:spcPts val="0"/>
              </a:spcBef>
              <a:spcAft>
                <a:spcPts val="0"/>
              </a:spcAft>
              <a:buClr>
                <a:schemeClr val="dk2"/>
              </a:buClr>
              <a:buSzPts val="2500"/>
              <a:buChar char="○"/>
              <a:defRPr sz="2500">
                <a:solidFill>
                  <a:schemeClr val="dk2"/>
                </a:solidFill>
              </a:defRPr>
            </a:lvl5pPr>
            <a:lvl6pPr indent="-387350" lvl="5" marL="2743200">
              <a:lnSpc>
                <a:spcPct val="115000"/>
              </a:lnSpc>
              <a:spcBef>
                <a:spcPts val="0"/>
              </a:spcBef>
              <a:spcAft>
                <a:spcPts val="0"/>
              </a:spcAft>
              <a:buClr>
                <a:schemeClr val="dk2"/>
              </a:buClr>
              <a:buSzPts val="2500"/>
              <a:buChar char="■"/>
              <a:defRPr sz="2500">
                <a:solidFill>
                  <a:schemeClr val="dk2"/>
                </a:solidFill>
              </a:defRPr>
            </a:lvl6pPr>
            <a:lvl7pPr indent="-387350" lvl="6" marL="3200400">
              <a:lnSpc>
                <a:spcPct val="115000"/>
              </a:lnSpc>
              <a:spcBef>
                <a:spcPts val="0"/>
              </a:spcBef>
              <a:spcAft>
                <a:spcPts val="0"/>
              </a:spcAft>
              <a:buClr>
                <a:schemeClr val="dk2"/>
              </a:buClr>
              <a:buSzPts val="2500"/>
              <a:buChar char="●"/>
              <a:defRPr sz="2500">
                <a:solidFill>
                  <a:schemeClr val="dk2"/>
                </a:solidFill>
              </a:defRPr>
            </a:lvl7pPr>
            <a:lvl8pPr indent="-387350" lvl="7" marL="3657600">
              <a:lnSpc>
                <a:spcPct val="115000"/>
              </a:lnSpc>
              <a:spcBef>
                <a:spcPts val="0"/>
              </a:spcBef>
              <a:spcAft>
                <a:spcPts val="0"/>
              </a:spcAft>
              <a:buClr>
                <a:schemeClr val="dk2"/>
              </a:buClr>
              <a:buSzPts val="2500"/>
              <a:buChar char="○"/>
              <a:defRPr sz="2500">
                <a:solidFill>
                  <a:schemeClr val="dk2"/>
                </a:solidFill>
              </a:defRPr>
            </a:lvl8pPr>
            <a:lvl9pPr indent="-387350" lvl="8" marL="4114800">
              <a:lnSpc>
                <a:spcPct val="115000"/>
              </a:lnSpc>
              <a:spcBef>
                <a:spcPts val="0"/>
              </a:spcBef>
              <a:spcAft>
                <a:spcPts val="0"/>
              </a:spcAft>
              <a:buClr>
                <a:schemeClr val="dk2"/>
              </a:buClr>
              <a:buSzPts val="2500"/>
              <a:buChar char="■"/>
              <a:defRPr sz="2500">
                <a:solidFill>
                  <a:schemeClr val="dk2"/>
                </a:solidFill>
              </a:defRPr>
            </a:lvl9pPr>
          </a:lstStyle>
          <a:p/>
        </p:txBody>
      </p:sp>
      <p:sp>
        <p:nvSpPr>
          <p:cNvPr id="8" name="Google Shape;8;p1"/>
          <p:cNvSpPr txBox="1"/>
          <p:nvPr>
            <p:ph idx="12" type="sldNum"/>
          </p:nvPr>
        </p:nvSpPr>
        <p:spPr>
          <a:xfrm>
            <a:off x="14009576" y="9693616"/>
            <a:ext cx="907200" cy="818100"/>
          </a:xfrm>
          <a:prstGeom prst="rect">
            <a:avLst/>
          </a:prstGeom>
          <a:noFill/>
          <a:ln>
            <a:noFill/>
          </a:ln>
        </p:spPr>
        <p:txBody>
          <a:bodyPr anchorCtr="0" anchor="ctr" bIns="164125" lIns="164125" spcFirstLastPara="1" rIns="164125" wrap="square" tIns="164125">
            <a:normAutofit/>
          </a:bodyPr>
          <a:lstStyle>
            <a:lvl1pPr lvl="0" algn="r">
              <a:buNone/>
              <a:defRPr sz="1800">
                <a:solidFill>
                  <a:schemeClr val="dk2"/>
                </a:solidFill>
              </a:defRPr>
            </a:lvl1pPr>
            <a:lvl2pPr lvl="1" algn="r">
              <a:buNone/>
              <a:defRPr sz="1800">
                <a:solidFill>
                  <a:schemeClr val="dk2"/>
                </a:solidFill>
              </a:defRPr>
            </a:lvl2pPr>
            <a:lvl3pPr lvl="2" algn="r">
              <a:buNone/>
              <a:defRPr sz="1800">
                <a:solidFill>
                  <a:schemeClr val="dk2"/>
                </a:solidFill>
              </a:defRPr>
            </a:lvl3pPr>
            <a:lvl4pPr lvl="3" algn="r">
              <a:buNone/>
              <a:defRPr sz="1800">
                <a:solidFill>
                  <a:schemeClr val="dk2"/>
                </a:solidFill>
              </a:defRPr>
            </a:lvl4pPr>
            <a:lvl5pPr lvl="4" algn="r">
              <a:buNone/>
              <a:defRPr sz="1800">
                <a:solidFill>
                  <a:schemeClr val="dk2"/>
                </a:solidFill>
              </a:defRPr>
            </a:lvl5pPr>
            <a:lvl6pPr lvl="5" algn="r">
              <a:buNone/>
              <a:defRPr sz="1800">
                <a:solidFill>
                  <a:schemeClr val="dk2"/>
                </a:solidFill>
              </a:defRPr>
            </a:lvl6pPr>
            <a:lvl7pPr lvl="6" algn="r">
              <a:buNone/>
              <a:defRPr sz="1800">
                <a:solidFill>
                  <a:schemeClr val="dk2"/>
                </a:solidFill>
              </a:defRPr>
            </a:lvl7pPr>
            <a:lvl8pPr lvl="7" algn="r">
              <a:buNone/>
              <a:defRPr sz="1800">
                <a:solidFill>
                  <a:schemeClr val="dk2"/>
                </a:solidFill>
              </a:defRPr>
            </a:lvl8pPr>
            <a:lvl9pPr lvl="8" algn="r">
              <a:buNone/>
              <a:defRPr sz="18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515409" y="925091"/>
            <a:ext cx="14089200" cy="1190400"/>
          </a:xfrm>
          <a:prstGeom prst="rect">
            <a:avLst/>
          </a:prstGeom>
          <a:noFill/>
          <a:ln>
            <a:noFill/>
          </a:ln>
        </p:spPr>
        <p:txBody>
          <a:bodyPr anchorCtr="0" anchor="t" bIns="166075" lIns="166075" spcFirstLastPara="1" rIns="166075" wrap="square" tIns="166075">
            <a:noAutofit/>
          </a:bodyPr>
          <a:lstStyle>
            <a:lvl1pPr lvl="0" rtl="0">
              <a:spcBef>
                <a:spcPts val="0"/>
              </a:spcBef>
              <a:spcAft>
                <a:spcPts val="0"/>
              </a:spcAft>
              <a:buClr>
                <a:schemeClr val="dk1"/>
              </a:buClr>
              <a:buSzPts val="5000"/>
              <a:buNone/>
              <a:defRPr sz="5000">
                <a:solidFill>
                  <a:schemeClr val="dk1"/>
                </a:solidFill>
              </a:defRPr>
            </a:lvl1pPr>
            <a:lvl2pPr lvl="1" rtl="0">
              <a:spcBef>
                <a:spcPts val="0"/>
              </a:spcBef>
              <a:spcAft>
                <a:spcPts val="0"/>
              </a:spcAft>
              <a:buClr>
                <a:schemeClr val="dk1"/>
              </a:buClr>
              <a:buSzPts val="5000"/>
              <a:buNone/>
              <a:defRPr sz="5000">
                <a:solidFill>
                  <a:schemeClr val="dk1"/>
                </a:solidFill>
              </a:defRPr>
            </a:lvl2pPr>
            <a:lvl3pPr lvl="2" rtl="0">
              <a:spcBef>
                <a:spcPts val="0"/>
              </a:spcBef>
              <a:spcAft>
                <a:spcPts val="0"/>
              </a:spcAft>
              <a:buClr>
                <a:schemeClr val="dk1"/>
              </a:buClr>
              <a:buSzPts val="5000"/>
              <a:buNone/>
              <a:defRPr sz="5000">
                <a:solidFill>
                  <a:schemeClr val="dk1"/>
                </a:solidFill>
              </a:defRPr>
            </a:lvl3pPr>
            <a:lvl4pPr lvl="3" rtl="0">
              <a:spcBef>
                <a:spcPts val="0"/>
              </a:spcBef>
              <a:spcAft>
                <a:spcPts val="0"/>
              </a:spcAft>
              <a:buClr>
                <a:schemeClr val="dk1"/>
              </a:buClr>
              <a:buSzPts val="5000"/>
              <a:buNone/>
              <a:defRPr sz="5000">
                <a:solidFill>
                  <a:schemeClr val="dk1"/>
                </a:solidFill>
              </a:defRPr>
            </a:lvl4pPr>
            <a:lvl5pPr lvl="4" rtl="0">
              <a:spcBef>
                <a:spcPts val="0"/>
              </a:spcBef>
              <a:spcAft>
                <a:spcPts val="0"/>
              </a:spcAft>
              <a:buClr>
                <a:schemeClr val="dk1"/>
              </a:buClr>
              <a:buSzPts val="5000"/>
              <a:buNone/>
              <a:defRPr sz="5000">
                <a:solidFill>
                  <a:schemeClr val="dk1"/>
                </a:solidFill>
              </a:defRPr>
            </a:lvl5pPr>
            <a:lvl6pPr lvl="5" rtl="0">
              <a:spcBef>
                <a:spcPts val="0"/>
              </a:spcBef>
              <a:spcAft>
                <a:spcPts val="0"/>
              </a:spcAft>
              <a:buClr>
                <a:schemeClr val="dk1"/>
              </a:buClr>
              <a:buSzPts val="5000"/>
              <a:buNone/>
              <a:defRPr sz="5000">
                <a:solidFill>
                  <a:schemeClr val="dk1"/>
                </a:solidFill>
              </a:defRPr>
            </a:lvl6pPr>
            <a:lvl7pPr lvl="6" rtl="0">
              <a:spcBef>
                <a:spcPts val="0"/>
              </a:spcBef>
              <a:spcAft>
                <a:spcPts val="0"/>
              </a:spcAft>
              <a:buClr>
                <a:schemeClr val="dk1"/>
              </a:buClr>
              <a:buSzPts val="5000"/>
              <a:buNone/>
              <a:defRPr sz="5000">
                <a:solidFill>
                  <a:schemeClr val="dk1"/>
                </a:solidFill>
              </a:defRPr>
            </a:lvl7pPr>
            <a:lvl8pPr lvl="7" rtl="0">
              <a:spcBef>
                <a:spcPts val="0"/>
              </a:spcBef>
              <a:spcAft>
                <a:spcPts val="0"/>
              </a:spcAft>
              <a:buClr>
                <a:schemeClr val="dk1"/>
              </a:buClr>
              <a:buSzPts val="5000"/>
              <a:buNone/>
              <a:defRPr sz="5000">
                <a:solidFill>
                  <a:schemeClr val="dk1"/>
                </a:solidFill>
              </a:defRPr>
            </a:lvl8pPr>
            <a:lvl9pPr lvl="8" rtl="0">
              <a:spcBef>
                <a:spcPts val="0"/>
              </a:spcBef>
              <a:spcAft>
                <a:spcPts val="0"/>
              </a:spcAft>
              <a:buClr>
                <a:schemeClr val="dk1"/>
              </a:buClr>
              <a:buSzPts val="5000"/>
              <a:buNone/>
              <a:defRPr sz="5000">
                <a:solidFill>
                  <a:schemeClr val="dk1"/>
                </a:solidFill>
              </a:defRPr>
            </a:lvl9pPr>
          </a:lstStyle>
          <a:p/>
        </p:txBody>
      </p:sp>
      <p:sp>
        <p:nvSpPr>
          <p:cNvPr id="52" name="Google Shape;52;p13"/>
          <p:cNvSpPr txBox="1"/>
          <p:nvPr>
            <p:ph idx="1" type="body"/>
          </p:nvPr>
        </p:nvSpPr>
        <p:spPr>
          <a:xfrm>
            <a:off x="515409" y="2395696"/>
            <a:ext cx="14089200" cy="7101900"/>
          </a:xfrm>
          <a:prstGeom prst="rect">
            <a:avLst/>
          </a:prstGeom>
          <a:noFill/>
          <a:ln>
            <a:noFill/>
          </a:ln>
        </p:spPr>
        <p:txBody>
          <a:bodyPr anchorCtr="0" anchor="t" bIns="166075" lIns="166075" spcFirstLastPara="1" rIns="166075" wrap="square" tIns="166075">
            <a:noAutofit/>
          </a:bodyPr>
          <a:lstStyle>
            <a:lvl1pPr indent="-431800" lvl="0" marL="457200" rtl="0">
              <a:lnSpc>
                <a:spcPct val="115000"/>
              </a:lnSpc>
              <a:spcBef>
                <a:spcPts val="0"/>
              </a:spcBef>
              <a:spcAft>
                <a:spcPts val="0"/>
              </a:spcAft>
              <a:buClr>
                <a:schemeClr val="dk2"/>
              </a:buClr>
              <a:buSzPts val="3200"/>
              <a:buChar char="●"/>
              <a:defRPr sz="3200">
                <a:solidFill>
                  <a:schemeClr val="dk2"/>
                </a:solidFill>
              </a:defRPr>
            </a:lvl1pPr>
            <a:lvl2pPr indent="-387350" lvl="1" marL="914400" rtl="0">
              <a:lnSpc>
                <a:spcPct val="115000"/>
              </a:lnSpc>
              <a:spcBef>
                <a:spcPts val="2900"/>
              </a:spcBef>
              <a:spcAft>
                <a:spcPts val="0"/>
              </a:spcAft>
              <a:buClr>
                <a:schemeClr val="dk2"/>
              </a:buClr>
              <a:buSzPts val="2500"/>
              <a:buChar char="○"/>
              <a:defRPr sz="2500">
                <a:solidFill>
                  <a:schemeClr val="dk2"/>
                </a:solidFill>
              </a:defRPr>
            </a:lvl2pPr>
            <a:lvl3pPr indent="-387350" lvl="2" marL="1371600" rtl="0">
              <a:lnSpc>
                <a:spcPct val="115000"/>
              </a:lnSpc>
              <a:spcBef>
                <a:spcPts val="2900"/>
              </a:spcBef>
              <a:spcAft>
                <a:spcPts val="0"/>
              </a:spcAft>
              <a:buClr>
                <a:schemeClr val="dk2"/>
              </a:buClr>
              <a:buSzPts val="2500"/>
              <a:buChar char="■"/>
              <a:defRPr sz="2500">
                <a:solidFill>
                  <a:schemeClr val="dk2"/>
                </a:solidFill>
              </a:defRPr>
            </a:lvl3pPr>
            <a:lvl4pPr indent="-387350" lvl="3" marL="1828800" rtl="0">
              <a:lnSpc>
                <a:spcPct val="115000"/>
              </a:lnSpc>
              <a:spcBef>
                <a:spcPts val="2900"/>
              </a:spcBef>
              <a:spcAft>
                <a:spcPts val="0"/>
              </a:spcAft>
              <a:buClr>
                <a:schemeClr val="dk2"/>
              </a:buClr>
              <a:buSzPts val="2500"/>
              <a:buChar char="●"/>
              <a:defRPr sz="2500">
                <a:solidFill>
                  <a:schemeClr val="dk2"/>
                </a:solidFill>
              </a:defRPr>
            </a:lvl4pPr>
            <a:lvl5pPr indent="-387350" lvl="4" marL="2286000" rtl="0">
              <a:lnSpc>
                <a:spcPct val="115000"/>
              </a:lnSpc>
              <a:spcBef>
                <a:spcPts val="2900"/>
              </a:spcBef>
              <a:spcAft>
                <a:spcPts val="0"/>
              </a:spcAft>
              <a:buClr>
                <a:schemeClr val="dk2"/>
              </a:buClr>
              <a:buSzPts val="2500"/>
              <a:buChar char="○"/>
              <a:defRPr sz="2500">
                <a:solidFill>
                  <a:schemeClr val="dk2"/>
                </a:solidFill>
              </a:defRPr>
            </a:lvl5pPr>
            <a:lvl6pPr indent="-387350" lvl="5" marL="2743200" rtl="0">
              <a:lnSpc>
                <a:spcPct val="115000"/>
              </a:lnSpc>
              <a:spcBef>
                <a:spcPts val="2900"/>
              </a:spcBef>
              <a:spcAft>
                <a:spcPts val="0"/>
              </a:spcAft>
              <a:buClr>
                <a:schemeClr val="dk2"/>
              </a:buClr>
              <a:buSzPts val="2500"/>
              <a:buChar char="■"/>
              <a:defRPr sz="2500">
                <a:solidFill>
                  <a:schemeClr val="dk2"/>
                </a:solidFill>
              </a:defRPr>
            </a:lvl6pPr>
            <a:lvl7pPr indent="-387350" lvl="6" marL="3200400" rtl="0">
              <a:lnSpc>
                <a:spcPct val="115000"/>
              </a:lnSpc>
              <a:spcBef>
                <a:spcPts val="2900"/>
              </a:spcBef>
              <a:spcAft>
                <a:spcPts val="0"/>
              </a:spcAft>
              <a:buClr>
                <a:schemeClr val="dk2"/>
              </a:buClr>
              <a:buSzPts val="2500"/>
              <a:buChar char="●"/>
              <a:defRPr sz="2500">
                <a:solidFill>
                  <a:schemeClr val="dk2"/>
                </a:solidFill>
              </a:defRPr>
            </a:lvl7pPr>
            <a:lvl8pPr indent="-387350" lvl="7" marL="3657600" rtl="0">
              <a:lnSpc>
                <a:spcPct val="115000"/>
              </a:lnSpc>
              <a:spcBef>
                <a:spcPts val="2900"/>
              </a:spcBef>
              <a:spcAft>
                <a:spcPts val="0"/>
              </a:spcAft>
              <a:buClr>
                <a:schemeClr val="dk2"/>
              </a:buClr>
              <a:buSzPts val="2500"/>
              <a:buChar char="○"/>
              <a:defRPr sz="2500">
                <a:solidFill>
                  <a:schemeClr val="dk2"/>
                </a:solidFill>
              </a:defRPr>
            </a:lvl8pPr>
            <a:lvl9pPr indent="-387350" lvl="8" marL="4114800" rtl="0">
              <a:lnSpc>
                <a:spcPct val="115000"/>
              </a:lnSpc>
              <a:spcBef>
                <a:spcPts val="2900"/>
              </a:spcBef>
              <a:spcAft>
                <a:spcPts val="2900"/>
              </a:spcAft>
              <a:buClr>
                <a:schemeClr val="dk2"/>
              </a:buClr>
              <a:buSzPts val="2500"/>
              <a:buChar char="■"/>
              <a:defRPr sz="2500">
                <a:solidFill>
                  <a:schemeClr val="dk2"/>
                </a:solidFill>
              </a:defRPr>
            </a:lvl9pPr>
          </a:lstStyle>
          <a:p/>
        </p:txBody>
      </p:sp>
      <p:sp>
        <p:nvSpPr>
          <p:cNvPr id="53" name="Google Shape;53;p13"/>
          <p:cNvSpPr txBox="1"/>
          <p:nvPr>
            <p:ph idx="12" type="sldNum"/>
          </p:nvPr>
        </p:nvSpPr>
        <p:spPr>
          <a:xfrm>
            <a:off x="14009576" y="9693616"/>
            <a:ext cx="907200" cy="818100"/>
          </a:xfrm>
          <a:prstGeom prst="rect">
            <a:avLst/>
          </a:prstGeom>
          <a:noFill/>
          <a:ln>
            <a:noFill/>
          </a:ln>
        </p:spPr>
        <p:txBody>
          <a:bodyPr anchorCtr="0" anchor="ctr" bIns="166075" lIns="166075" spcFirstLastPara="1" rIns="166075" wrap="square" tIns="166075">
            <a:noAutofit/>
          </a:bodyPr>
          <a:lstStyle>
            <a:lvl1pPr lvl="0" rtl="0" algn="r">
              <a:buNone/>
              <a:defRPr sz="1800">
                <a:solidFill>
                  <a:schemeClr val="dk2"/>
                </a:solidFill>
              </a:defRPr>
            </a:lvl1pPr>
            <a:lvl2pPr lvl="1" rtl="0" algn="r">
              <a:buNone/>
              <a:defRPr sz="1800">
                <a:solidFill>
                  <a:schemeClr val="dk2"/>
                </a:solidFill>
              </a:defRPr>
            </a:lvl2pPr>
            <a:lvl3pPr lvl="2" rtl="0" algn="r">
              <a:buNone/>
              <a:defRPr sz="1800">
                <a:solidFill>
                  <a:schemeClr val="dk2"/>
                </a:solidFill>
              </a:defRPr>
            </a:lvl3pPr>
            <a:lvl4pPr lvl="3" rtl="0" algn="r">
              <a:buNone/>
              <a:defRPr sz="1800">
                <a:solidFill>
                  <a:schemeClr val="dk2"/>
                </a:solidFill>
              </a:defRPr>
            </a:lvl4pPr>
            <a:lvl5pPr lvl="4" rtl="0" algn="r">
              <a:buNone/>
              <a:defRPr sz="1800">
                <a:solidFill>
                  <a:schemeClr val="dk2"/>
                </a:solidFill>
              </a:defRPr>
            </a:lvl5pPr>
            <a:lvl6pPr lvl="5" rtl="0" algn="r">
              <a:buNone/>
              <a:defRPr sz="1800">
                <a:solidFill>
                  <a:schemeClr val="dk2"/>
                </a:solidFill>
              </a:defRPr>
            </a:lvl6pPr>
            <a:lvl7pPr lvl="6" rtl="0" algn="r">
              <a:buNone/>
              <a:defRPr sz="1800">
                <a:solidFill>
                  <a:schemeClr val="dk2"/>
                </a:solidFill>
              </a:defRPr>
            </a:lvl7pPr>
            <a:lvl8pPr lvl="7" rtl="0" algn="r">
              <a:buNone/>
              <a:defRPr sz="1800">
                <a:solidFill>
                  <a:schemeClr val="dk2"/>
                </a:solidFill>
              </a:defRPr>
            </a:lvl8pPr>
            <a:lvl9pPr lvl="8" rtl="0" algn="r">
              <a:buNone/>
              <a:defRPr sz="18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1.gi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1.gi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hyperlink" Target="http://www.youtube.com/watch?v=Lp7E973zozc" TargetMode="External"/><Relationship Id="rId4" Type="http://schemas.openxmlformats.org/officeDocument/2006/relationships/image" Target="../media/image2.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C232"/>
        </a:solidFill>
      </p:bgPr>
    </p:bg>
    <p:spTree>
      <p:nvGrpSpPr>
        <p:cNvPr id="98" name="Shape 98"/>
        <p:cNvGrpSpPr/>
        <p:nvPr/>
      </p:nvGrpSpPr>
      <p:grpSpPr>
        <a:xfrm>
          <a:off x="0" y="0"/>
          <a:ext cx="0" cy="0"/>
          <a:chOff x="0" y="0"/>
          <a:chExt cx="0" cy="0"/>
        </a:xfrm>
      </p:grpSpPr>
      <p:sp>
        <p:nvSpPr>
          <p:cNvPr id="99" name="Google Shape;99;p25"/>
          <p:cNvSpPr txBox="1"/>
          <p:nvPr>
            <p:ph type="ctrTitle"/>
          </p:nvPr>
        </p:nvSpPr>
        <p:spPr>
          <a:xfrm>
            <a:off x="515423" y="1547778"/>
            <a:ext cx="14089200" cy="4266900"/>
          </a:xfrm>
          <a:prstGeom prst="rect">
            <a:avLst/>
          </a:prstGeom>
        </p:spPr>
        <p:txBody>
          <a:bodyPr anchorCtr="0" anchor="b" bIns="164125" lIns="164125" spcFirstLastPara="1" rIns="164125" wrap="square" tIns="164125">
            <a:normAutofit/>
          </a:bodyPr>
          <a:lstStyle/>
          <a:p>
            <a:pPr indent="0" lvl="0" marL="0" rtl="0" algn="ctr">
              <a:spcBef>
                <a:spcPts val="0"/>
              </a:spcBef>
              <a:spcAft>
                <a:spcPts val="0"/>
              </a:spcAft>
              <a:buNone/>
            </a:pPr>
            <a:r>
              <a:rPr lang="en">
                <a:solidFill>
                  <a:srgbClr val="FFFFFF"/>
                </a:solidFill>
              </a:rPr>
              <a:t>Walk in my shoes</a:t>
            </a:r>
            <a:endParaRPr>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6"/>
          <p:cNvSpPr txBox="1"/>
          <p:nvPr>
            <p:ph type="ctrTitle"/>
          </p:nvPr>
        </p:nvSpPr>
        <p:spPr>
          <a:xfrm>
            <a:off x="515423" y="1547778"/>
            <a:ext cx="14089200" cy="4266900"/>
          </a:xfrm>
          <a:prstGeom prst="rect">
            <a:avLst/>
          </a:prstGeom>
        </p:spPr>
        <p:txBody>
          <a:bodyPr anchorCtr="0" anchor="b" bIns="164125" lIns="164125" spcFirstLastPara="1" rIns="164125" wrap="square" tIns="164125">
            <a:normAutofit/>
          </a:bodyPr>
          <a:lstStyle/>
          <a:p>
            <a:pPr indent="0" lvl="0" marL="0" rtl="0" algn="ctr">
              <a:spcBef>
                <a:spcPts val="0"/>
              </a:spcBef>
              <a:spcAft>
                <a:spcPts val="0"/>
              </a:spcAft>
              <a:buNone/>
            </a:pPr>
            <a:r>
              <a:rPr lang="en"/>
              <a:t>[To add intro imagery]</a:t>
            </a:r>
            <a:endParaRPr/>
          </a:p>
        </p:txBody>
      </p:sp>
      <p:sp>
        <p:nvSpPr>
          <p:cNvPr id="105" name="Google Shape;105;p26"/>
          <p:cNvSpPr txBox="1"/>
          <p:nvPr>
            <p:ph idx="1" type="subTitle"/>
          </p:nvPr>
        </p:nvSpPr>
        <p:spPr>
          <a:xfrm>
            <a:off x="515409" y="5891409"/>
            <a:ext cx="14089200" cy="1647600"/>
          </a:xfrm>
          <a:prstGeom prst="rect">
            <a:avLst/>
          </a:prstGeom>
        </p:spPr>
        <p:txBody>
          <a:bodyPr anchorCtr="0" anchor="t" bIns="164125" lIns="164125" spcFirstLastPara="1" rIns="164125" wrap="square" tIns="164125">
            <a:normAutofit/>
          </a:bodyPr>
          <a:lstStyle/>
          <a:p>
            <a:pPr indent="0" lvl="0" marL="0" rtl="0" algn="ctr">
              <a:spcBef>
                <a:spcPts val="0"/>
              </a:spcBef>
              <a:spcAft>
                <a:spcPts val="0"/>
              </a:spcAft>
              <a:buNone/>
            </a:pPr>
            <a:r>
              <a:rPr lang="en"/>
              <a:t>[audio narration by Jac]</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7"/>
          <p:cNvSpPr txBox="1"/>
          <p:nvPr>
            <p:ph type="ctrTitle"/>
          </p:nvPr>
        </p:nvSpPr>
        <p:spPr>
          <a:xfrm>
            <a:off x="515425" y="1547777"/>
            <a:ext cx="14089200" cy="1120500"/>
          </a:xfrm>
          <a:prstGeom prst="rect">
            <a:avLst/>
          </a:prstGeom>
        </p:spPr>
        <p:txBody>
          <a:bodyPr anchorCtr="0" anchor="b" bIns="164125" lIns="164125" spcFirstLastPara="1" rIns="164125" wrap="square" tIns="164125">
            <a:normAutofit fontScale="90000"/>
          </a:bodyPr>
          <a:lstStyle/>
          <a:p>
            <a:pPr indent="0" lvl="0" marL="0" rtl="0" algn="l">
              <a:spcBef>
                <a:spcPts val="0"/>
              </a:spcBef>
              <a:spcAft>
                <a:spcPts val="0"/>
              </a:spcAft>
              <a:buNone/>
            </a:pPr>
            <a:r>
              <a:rPr lang="en"/>
              <a:t>In this module</a:t>
            </a:r>
            <a:endParaRPr/>
          </a:p>
        </p:txBody>
      </p:sp>
      <p:sp>
        <p:nvSpPr>
          <p:cNvPr id="111" name="Google Shape;111;p27"/>
          <p:cNvSpPr txBox="1"/>
          <p:nvPr>
            <p:ph idx="1" type="subTitle"/>
          </p:nvPr>
        </p:nvSpPr>
        <p:spPr>
          <a:xfrm>
            <a:off x="515400" y="2668247"/>
            <a:ext cx="14089200" cy="6933900"/>
          </a:xfrm>
          <a:prstGeom prst="rect">
            <a:avLst/>
          </a:prstGeom>
        </p:spPr>
        <p:txBody>
          <a:bodyPr anchorCtr="0" anchor="t" bIns="164125" lIns="164125" spcFirstLastPara="1" rIns="164125" wrap="square" tIns="164125">
            <a:normAutofit/>
          </a:bodyPr>
          <a:lstStyle/>
          <a:p>
            <a:pPr indent="-736600" lvl="0" marL="825500" rtl="0" algn="l">
              <a:spcBef>
                <a:spcPts val="0"/>
              </a:spcBef>
              <a:spcAft>
                <a:spcPts val="0"/>
              </a:spcAft>
              <a:buClr>
                <a:schemeClr val="dk1"/>
              </a:buClr>
              <a:buSzPts val="5000"/>
              <a:buAutoNum type="arabicPeriod"/>
            </a:pPr>
            <a:r>
              <a:rPr lang="en">
                <a:solidFill>
                  <a:schemeClr val="dk1"/>
                </a:solidFill>
              </a:rPr>
              <a:t>Who I am - empathy map</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736600" lvl="0" marL="825500" rtl="0" algn="l">
              <a:spcBef>
                <a:spcPts val="0"/>
              </a:spcBef>
              <a:spcAft>
                <a:spcPts val="0"/>
              </a:spcAft>
              <a:buClr>
                <a:schemeClr val="dk1"/>
              </a:buClr>
              <a:buSzPts val="5000"/>
              <a:buAutoNum type="arabicPeriod"/>
            </a:pPr>
            <a:r>
              <a:rPr lang="en">
                <a:solidFill>
                  <a:schemeClr val="dk1"/>
                </a:solidFill>
              </a:rPr>
              <a:t>What’s my story - narrative canvas </a:t>
            </a:r>
            <a:endParaRPr>
              <a:solidFill>
                <a:schemeClr val="dk1"/>
              </a:solidFill>
            </a:endParaRPr>
          </a:p>
          <a:p>
            <a:pPr indent="-723900" lvl="1" marL="1638300" rtl="0" algn="l">
              <a:spcBef>
                <a:spcPts val="0"/>
              </a:spcBef>
              <a:spcAft>
                <a:spcPts val="0"/>
              </a:spcAft>
              <a:buClr>
                <a:schemeClr val="dk1"/>
              </a:buClr>
              <a:buSzPts val="5000"/>
              <a:buChar char="○"/>
            </a:pPr>
            <a:r>
              <a:rPr lang="en">
                <a:solidFill>
                  <a:schemeClr val="dk1"/>
                </a:solidFill>
              </a:rPr>
              <a:t>Stories that I’m proud of</a:t>
            </a:r>
            <a:endParaRPr>
              <a:solidFill>
                <a:schemeClr val="dk1"/>
              </a:solidFill>
            </a:endParaRPr>
          </a:p>
          <a:p>
            <a:pPr indent="-723900" lvl="1" marL="1638300" rtl="0" algn="l">
              <a:spcBef>
                <a:spcPts val="0"/>
              </a:spcBef>
              <a:spcAft>
                <a:spcPts val="0"/>
              </a:spcAft>
              <a:buClr>
                <a:schemeClr val="dk1"/>
              </a:buClr>
              <a:buSzPts val="5000"/>
              <a:buChar char="○"/>
            </a:pPr>
            <a:r>
              <a:rPr lang="en">
                <a:solidFill>
                  <a:schemeClr val="dk1"/>
                </a:solidFill>
              </a:rPr>
              <a:t>Stories that I learned a lot from</a:t>
            </a:r>
            <a:endParaRPr>
              <a:solidFill>
                <a:schemeClr val="dk1"/>
              </a:solidFill>
            </a:endParaRPr>
          </a:p>
          <a:p>
            <a:pPr indent="-723900" lvl="1" marL="1638300" rtl="0" algn="l">
              <a:spcBef>
                <a:spcPts val="0"/>
              </a:spcBef>
              <a:spcAft>
                <a:spcPts val="0"/>
              </a:spcAft>
              <a:buClr>
                <a:schemeClr val="dk1"/>
              </a:buClr>
              <a:buSzPts val="5000"/>
              <a:buChar char="○"/>
            </a:pPr>
            <a:r>
              <a:rPr lang="en">
                <a:solidFill>
                  <a:schemeClr val="dk1"/>
                </a:solidFill>
              </a:rPr>
              <a:t>Stories that really hurt</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C232"/>
        </a:solidFill>
      </p:bgPr>
    </p:bg>
    <p:spTree>
      <p:nvGrpSpPr>
        <p:cNvPr id="115" name="Shape 115"/>
        <p:cNvGrpSpPr/>
        <p:nvPr/>
      </p:nvGrpSpPr>
      <p:grpSpPr>
        <a:xfrm>
          <a:off x="0" y="0"/>
          <a:ext cx="0" cy="0"/>
          <a:chOff x="0" y="0"/>
          <a:chExt cx="0" cy="0"/>
        </a:xfrm>
      </p:grpSpPr>
      <p:sp>
        <p:nvSpPr>
          <p:cNvPr id="116" name="Google Shape;116;p28"/>
          <p:cNvSpPr txBox="1"/>
          <p:nvPr>
            <p:ph type="ctrTitle"/>
          </p:nvPr>
        </p:nvSpPr>
        <p:spPr>
          <a:xfrm>
            <a:off x="515423" y="1547778"/>
            <a:ext cx="14089200" cy="4266900"/>
          </a:xfrm>
          <a:prstGeom prst="rect">
            <a:avLst/>
          </a:prstGeom>
        </p:spPr>
        <p:txBody>
          <a:bodyPr anchorCtr="0" anchor="b" bIns="164125" lIns="164125" spcFirstLastPara="1" rIns="164125" wrap="square" tIns="164125">
            <a:normAutofit/>
          </a:bodyPr>
          <a:lstStyle/>
          <a:p>
            <a:pPr indent="-819150" lvl="0" marL="457200" rtl="0" algn="ctr">
              <a:spcBef>
                <a:spcPts val="0"/>
              </a:spcBef>
              <a:spcAft>
                <a:spcPts val="0"/>
              </a:spcAft>
              <a:buClr>
                <a:srgbClr val="FFFFFF"/>
              </a:buClr>
              <a:buSzPts val="9300"/>
              <a:buAutoNum type="arabicPeriod"/>
            </a:pPr>
            <a:r>
              <a:rPr b="1" lang="en">
                <a:solidFill>
                  <a:srgbClr val="FFFFFF"/>
                </a:solidFill>
              </a:rPr>
              <a:t>Who I am</a:t>
            </a:r>
            <a:endParaRPr b="1">
              <a:solidFill>
                <a:srgbClr val="FFFF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9"/>
          <p:cNvSpPr txBox="1"/>
          <p:nvPr>
            <p:ph type="ctrTitle"/>
          </p:nvPr>
        </p:nvSpPr>
        <p:spPr>
          <a:xfrm>
            <a:off x="515423" y="1547778"/>
            <a:ext cx="14089200" cy="4266900"/>
          </a:xfrm>
          <a:prstGeom prst="rect">
            <a:avLst/>
          </a:prstGeom>
        </p:spPr>
        <p:txBody>
          <a:bodyPr anchorCtr="0" anchor="b" bIns="164125" lIns="164125" spcFirstLastPara="1" rIns="164125" wrap="square" tIns="164125">
            <a:normAutofit/>
          </a:bodyPr>
          <a:lstStyle/>
          <a:p>
            <a:pPr indent="0" lvl="0" marL="0" rtl="0" algn="ctr">
              <a:spcBef>
                <a:spcPts val="0"/>
              </a:spcBef>
              <a:spcAft>
                <a:spcPts val="0"/>
              </a:spcAft>
              <a:buNone/>
            </a:pPr>
            <a:r>
              <a:rPr lang="en"/>
              <a:t>[To add paragraph of content on </a:t>
            </a:r>
            <a:r>
              <a:rPr lang="en"/>
              <a:t>identity</a:t>
            </a:r>
            <a:r>
              <a:rPr lang="en"/>
              <a:t>]</a:t>
            </a:r>
            <a:endParaRPr/>
          </a:p>
        </p:txBody>
      </p:sp>
      <p:sp>
        <p:nvSpPr>
          <p:cNvPr id="122" name="Google Shape;122;p29"/>
          <p:cNvSpPr txBox="1"/>
          <p:nvPr>
            <p:ph idx="1" type="subTitle"/>
          </p:nvPr>
        </p:nvSpPr>
        <p:spPr>
          <a:xfrm>
            <a:off x="515409" y="5891409"/>
            <a:ext cx="14089200" cy="1647600"/>
          </a:xfrm>
          <a:prstGeom prst="rect">
            <a:avLst/>
          </a:prstGeom>
        </p:spPr>
        <p:txBody>
          <a:bodyPr anchorCtr="0" anchor="t" bIns="164125" lIns="164125" spcFirstLastPara="1" rIns="164125" wrap="square" tIns="164125">
            <a:normAutofit/>
          </a:bodyPr>
          <a:lstStyle/>
          <a:p>
            <a:pPr indent="0" lvl="0" marL="0" rtl="0" algn="ctr">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30"/>
          <p:cNvSpPr txBox="1"/>
          <p:nvPr>
            <p:ph type="ctrTitle"/>
          </p:nvPr>
        </p:nvSpPr>
        <p:spPr>
          <a:xfrm>
            <a:off x="515423" y="1547778"/>
            <a:ext cx="14089200" cy="4266900"/>
          </a:xfrm>
          <a:prstGeom prst="rect">
            <a:avLst/>
          </a:prstGeom>
        </p:spPr>
        <p:txBody>
          <a:bodyPr anchorCtr="0" anchor="b" bIns="164125" lIns="164125" spcFirstLastPara="1" rIns="164125" wrap="square" tIns="164125">
            <a:normAutofit fontScale="90000"/>
          </a:bodyPr>
          <a:lstStyle/>
          <a:p>
            <a:pPr indent="0" lvl="0" marL="0" rtl="0" algn="ctr">
              <a:spcBef>
                <a:spcPts val="0"/>
              </a:spcBef>
              <a:spcAft>
                <a:spcPts val="0"/>
              </a:spcAft>
              <a:buNone/>
            </a:pPr>
            <a:r>
              <a:rPr lang="en"/>
              <a:t>[To add paragraph of content on empathy mapping]</a:t>
            </a:r>
            <a:endParaRPr/>
          </a:p>
        </p:txBody>
      </p:sp>
      <p:sp>
        <p:nvSpPr>
          <p:cNvPr id="128" name="Google Shape;128;p30"/>
          <p:cNvSpPr txBox="1"/>
          <p:nvPr>
            <p:ph idx="1" type="subTitle"/>
          </p:nvPr>
        </p:nvSpPr>
        <p:spPr>
          <a:xfrm>
            <a:off x="515409" y="5891409"/>
            <a:ext cx="14089200" cy="1647600"/>
          </a:xfrm>
          <a:prstGeom prst="rect">
            <a:avLst/>
          </a:prstGeom>
        </p:spPr>
        <p:txBody>
          <a:bodyPr anchorCtr="0" anchor="t" bIns="164125" lIns="164125" spcFirstLastPara="1" rIns="164125" wrap="square" tIns="164125">
            <a:normAutofit/>
          </a:bodyPr>
          <a:lstStyle/>
          <a:p>
            <a:pPr indent="0" lvl="0" marL="0" rtl="0" algn="ctr">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2" name="Shape 132"/>
        <p:cNvGrpSpPr/>
        <p:nvPr/>
      </p:nvGrpSpPr>
      <p:grpSpPr>
        <a:xfrm>
          <a:off x="0" y="0"/>
          <a:ext cx="0" cy="0"/>
          <a:chOff x="0" y="0"/>
          <a:chExt cx="0" cy="0"/>
        </a:xfrm>
      </p:grpSpPr>
      <p:pic>
        <p:nvPicPr>
          <p:cNvPr id="133" name="Google Shape;133;p31"/>
          <p:cNvPicPr preferRelativeResize="0"/>
          <p:nvPr/>
        </p:nvPicPr>
        <p:blipFill>
          <a:blip r:embed="rId3">
            <a:alphaModFix/>
          </a:blip>
          <a:stretch>
            <a:fillRect/>
          </a:stretch>
        </p:blipFill>
        <p:spPr>
          <a:xfrm>
            <a:off x="253938" y="467125"/>
            <a:ext cx="14612123" cy="9444618"/>
          </a:xfrm>
          <a:prstGeom prst="rect">
            <a:avLst/>
          </a:prstGeom>
          <a:noFill/>
          <a:ln>
            <a:noFill/>
          </a:ln>
        </p:spPr>
      </p:pic>
      <p:sp>
        <p:nvSpPr>
          <p:cNvPr id="134" name="Google Shape;134;p31"/>
          <p:cNvSpPr/>
          <p:nvPr/>
        </p:nvSpPr>
        <p:spPr>
          <a:xfrm>
            <a:off x="13538775" y="251275"/>
            <a:ext cx="2893800" cy="3401100"/>
          </a:xfrm>
          <a:prstGeom prst="ellipse">
            <a:avLst/>
          </a:prstGeom>
          <a:solidFill>
            <a:srgbClr val="FF99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t>Printable Worksheet</a:t>
            </a:r>
            <a:endParaRPr sz="21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38" name="Shape 138"/>
        <p:cNvGrpSpPr/>
        <p:nvPr/>
      </p:nvGrpSpPr>
      <p:grpSpPr>
        <a:xfrm>
          <a:off x="0" y="0"/>
          <a:ext cx="0" cy="0"/>
          <a:chOff x="0" y="0"/>
          <a:chExt cx="0" cy="0"/>
        </a:xfrm>
      </p:grpSpPr>
      <p:sp>
        <p:nvSpPr>
          <p:cNvPr id="139" name="Google Shape;139;p32"/>
          <p:cNvSpPr txBox="1"/>
          <p:nvPr>
            <p:ph type="ctrTitle"/>
          </p:nvPr>
        </p:nvSpPr>
        <p:spPr>
          <a:xfrm>
            <a:off x="515423" y="1547778"/>
            <a:ext cx="14089200" cy="4266900"/>
          </a:xfrm>
          <a:prstGeom prst="rect">
            <a:avLst/>
          </a:prstGeom>
        </p:spPr>
        <p:txBody>
          <a:bodyPr anchorCtr="0" anchor="b" bIns="166075" lIns="166075" spcFirstLastPara="1" rIns="166075" wrap="square" tIns="166075">
            <a:noAutofit/>
          </a:bodyPr>
          <a:lstStyle/>
          <a:p>
            <a:pPr indent="0" lvl="0" marL="0" rtl="0" algn="ctr">
              <a:spcBef>
                <a:spcPts val="0"/>
              </a:spcBef>
              <a:spcAft>
                <a:spcPts val="0"/>
              </a:spcAft>
              <a:buNone/>
            </a:pPr>
            <a:r>
              <a:rPr lang="en">
                <a:solidFill>
                  <a:srgbClr val="FFFFFF"/>
                </a:solidFill>
              </a:rPr>
              <a:t>Share back</a:t>
            </a:r>
            <a:endParaRPr>
              <a:solidFill>
                <a:srgbClr val="FFFFFF"/>
              </a:solidFill>
            </a:endParaRPr>
          </a:p>
        </p:txBody>
      </p:sp>
      <p:sp>
        <p:nvSpPr>
          <p:cNvPr id="140" name="Google Shape;140;p32"/>
          <p:cNvSpPr txBox="1"/>
          <p:nvPr>
            <p:ph idx="1" type="subTitle"/>
          </p:nvPr>
        </p:nvSpPr>
        <p:spPr>
          <a:xfrm>
            <a:off x="515409" y="5891409"/>
            <a:ext cx="14089200" cy="1647600"/>
          </a:xfrm>
          <a:prstGeom prst="rect">
            <a:avLst/>
          </a:prstGeom>
        </p:spPr>
        <p:txBody>
          <a:bodyPr anchorCtr="0" anchor="t" bIns="166075" lIns="166075" spcFirstLastPara="1" rIns="166075" wrap="square" tIns="166075">
            <a:noAutofit/>
          </a:bodyPr>
          <a:lstStyle/>
          <a:p>
            <a:pPr indent="0" lvl="0" marL="0" rtl="0" algn="ctr">
              <a:spcBef>
                <a:spcPts val="0"/>
              </a:spcBef>
              <a:spcAft>
                <a:spcPts val="0"/>
              </a:spcAft>
              <a:buNone/>
            </a:pPr>
            <a:r>
              <a:rPr lang="en"/>
              <a:t>Capture a reflection of what you learned from the last exercise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C232"/>
        </a:solidFill>
      </p:bgPr>
    </p:bg>
    <p:spTree>
      <p:nvGrpSpPr>
        <p:cNvPr id="144" name="Shape 144"/>
        <p:cNvGrpSpPr/>
        <p:nvPr/>
      </p:nvGrpSpPr>
      <p:grpSpPr>
        <a:xfrm>
          <a:off x="0" y="0"/>
          <a:ext cx="0" cy="0"/>
          <a:chOff x="0" y="0"/>
          <a:chExt cx="0" cy="0"/>
        </a:xfrm>
      </p:grpSpPr>
      <p:sp>
        <p:nvSpPr>
          <p:cNvPr id="145" name="Google Shape;145;p33"/>
          <p:cNvSpPr txBox="1"/>
          <p:nvPr>
            <p:ph type="ctrTitle"/>
          </p:nvPr>
        </p:nvSpPr>
        <p:spPr>
          <a:xfrm>
            <a:off x="515423" y="1547778"/>
            <a:ext cx="14089200" cy="4266900"/>
          </a:xfrm>
          <a:prstGeom prst="rect">
            <a:avLst/>
          </a:prstGeom>
        </p:spPr>
        <p:txBody>
          <a:bodyPr anchorCtr="0" anchor="b" bIns="164125" lIns="164125" spcFirstLastPara="1" rIns="164125" wrap="square" tIns="164125">
            <a:normAutofit/>
          </a:bodyPr>
          <a:lstStyle/>
          <a:p>
            <a:pPr indent="0" lvl="0" marL="0" rtl="0" algn="ctr">
              <a:spcBef>
                <a:spcPts val="0"/>
              </a:spcBef>
              <a:spcAft>
                <a:spcPts val="0"/>
              </a:spcAft>
              <a:buNone/>
            </a:pPr>
            <a:r>
              <a:rPr b="1" lang="en">
                <a:solidFill>
                  <a:srgbClr val="FFFFFF"/>
                </a:solidFill>
              </a:rPr>
              <a:t>2. What’s my story?</a:t>
            </a:r>
            <a:endParaRPr b="1">
              <a:solidFill>
                <a:srgbClr val="FFFFFF"/>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34"/>
          <p:cNvSpPr txBox="1"/>
          <p:nvPr>
            <p:ph type="ctrTitle"/>
          </p:nvPr>
        </p:nvSpPr>
        <p:spPr>
          <a:xfrm>
            <a:off x="515398" y="2038403"/>
            <a:ext cx="14089200" cy="4266900"/>
          </a:xfrm>
          <a:prstGeom prst="rect">
            <a:avLst/>
          </a:prstGeom>
        </p:spPr>
        <p:txBody>
          <a:bodyPr anchorCtr="0" anchor="b" bIns="164125" lIns="164125" spcFirstLastPara="1" rIns="164125" wrap="square" tIns="164125">
            <a:normAutofit/>
          </a:bodyPr>
          <a:lstStyle/>
          <a:p>
            <a:pPr indent="0" lvl="0" marL="0" rtl="0" algn="ctr">
              <a:spcBef>
                <a:spcPts val="0"/>
              </a:spcBef>
              <a:spcAft>
                <a:spcPts val="0"/>
              </a:spcAft>
              <a:buNone/>
            </a:pPr>
            <a:r>
              <a:rPr lang="en"/>
              <a:t>[To add content on narrative]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pic>
        <p:nvPicPr>
          <p:cNvPr id="155" name="Google Shape;155;p35"/>
          <p:cNvPicPr preferRelativeResize="0"/>
          <p:nvPr/>
        </p:nvPicPr>
        <p:blipFill rotWithShape="1">
          <a:blip r:embed="rId3">
            <a:alphaModFix/>
          </a:blip>
          <a:srcRect b="0" l="5554" r="-13838" t="1448"/>
          <a:stretch/>
        </p:blipFill>
        <p:spPr>
          <a:xfrm>
            <a:off x="228600" y="152400"/>
            <a:ext cx="14712894" cy="9466629"/>
          </a:xfrm>
          <a:prstGeom prst="rect">
            <a:avLst/>
          </a:prstGeom>
          <a:noFill/>
          <a:ln>
            <a:noFill/>
          </a:ln>
        </p:spPr>
      </p:pic>
      <p:sp>
        <p:nvSpPr>
          <p:cNvPr id="156" name="Google Shape;156;p35"/>
          <p:cNvSpPr txBox="1"/>
          <p:nvPr/>
        </p:nvSpPr>
        <p:spPr>
          <a:xfrm>
            <a:off x="245600" y="205425"/>
            <a:ext cx="6339600" cy="898500"/>
          </a:xfrm>
          <a:prstGeom prst="rect">
            <a:avLst/>
          </a:prstGeom>
          <a:noFill/>
          <a:ln>
            <a:noFill/>
          </a:ln>
        </p:spPr>
        <p:txBody>
          <a:bodyPr anchorCtr="0" anchor="t" bIns="92500" lIns="92500" spcFirstLastPara="1" rIns="92500" wrap="square" tIns="92500">
            <a:noAutofit/>
          </a:bodyPr>
          <a:lstStyle/>
          <a:p>
            <a:pPr indent="0" lvl="0" marL="0" marR="0" rtl="0" algn="l">
              <a:lnSpc>
                <a:spcPct val="100000"/>
              </a:lnSpc>
              <a:spcBef>
                <a:spcPts val="0"/>
              </a:spcBef>
              <a:spcAft>
                <a:spcPts val="0"/>
              </a:spcAft>
              <a:buClr>
                <a:srgbClr val="000000"/>
              </a:buClr>
              <a:buSzPts val="3200"/>
              <a:buFont typeface="Proxima Nova"/>
              <a:buNone/>
            </a:pPr>
            <a:r>
              <a:rPr lang="en" sz="3200">
                <a:latin typeface="Oswald"/>
                <a:ea typeface="Oswald"/>
                <a:cs typeface="Oswald"/>
                <a:sym typeface="Oswald"/>
              </a:rPr>
              <a:t>MY STORY</a:t>
            </a:r>
            <a:endParaRPr i="0" sz="3200" u="none" cap="none" strike="noStrike">
              <a:solidFill>
                <a:srgbClr val="000000"/>
              </a:solidFill>
              <a:latin typeface="Oswald"/>
              <a:ea typeface="Oswald"/>
              <a:cs typeface="Oswald"/>
              <a:sym typeface="Oswald"/>
            </a:endParaRPr>
          </a:p>
        </p:txBody>
      </p:sp>
      <p:sp>
        <p:nvSpPr>
          <p:cNvPr id="157" name="Google Shape;157;p35"/>
          <p:cNvSpPr txBox="1"/>
          <p:nvPr/>
        </p:nvSpPr>
        <p:spPr>
          <a:xfrm>
            <a:off x="226225" y="814756"/>
            <a:ext cx="2429700" cy="1092000"/>
          </a:xfrm>
          <a:prstGeom prst="rect">
            <a:avLst/>
          </a:prstGeom>
          <a:noFill/>
          <a:ln>
            <a:noFill/>
          </a:ln>
        </p:spPr>
        <p:txBody>
          <a:bodyPr anchorCtr="0" anchor="t" bIns="92500" lIns="92500" spcFirstLastPara="1" rIns="92500" wrap="square" tIns="92500">
            <a:noAutofit/>
          </a:bodyPr>
          <a:lstStyle/>
          <a:p>
            <a:pPr indent="0" lvl="0" marL="0" rtl="0" algn="l">
              <a:lnSpc>
                <a:spcPct val="115000"/>
              </a:lnSpc>
              <a:spcBef>
                <a:spcPts val="0"/>
              </a:spcBef>
              <a:spcAft>
                <a:spcPts val="0"/>
              </a:spcAft>
              <a:buNone/>
            </a:pPr>
            <a:r>
              <a:rPr lang="en" sz="1800">
                <a:solidFill>
                  <a:schemeClr val="dk1"/>
                </a:solidFill>
                <a:latin typeface="Oswald Light"/>
                <a:ea typeface="Oswald Light"/>
                <a:cs typeface="Oswald Light"/>
                <a:sym typeface="Oswald Light"/>
              </a:rPr>
              <a:t>NEGATIVES</a:t>
            </a:r>
            <a:endParaRPr sz="1800">
              <a:solidFill>
                <a:schemeClr val="dk1"/>
              </a:solidFill>
              <a:latin typeface="Oswald Light"/>
              <a:ea typeface="Oswald Light"/>
              <a:cs typeface="Oswald Light"/>
              <a:sym typeface="Oswald Light"/>
            </a:endParaRPr>
          </a:p>
          <a:p>
            <a:pPr indent="0" lvl="0" marL="0" rtl="0" algn="l">
              <a:lnSpc>
                <a:spcPct val="115000"/>
              </a:lnSpc>
              <a:spcBef>
                <a:spcPts val="0"/>
              </a:spcBef>
              <a:spcAft>
                <a:spcPts val="0"/>
              </a:spcAft>
              <a:buNone/>
            </a:pPr>
            <a:r>
              <a:rPr lang="en" sz="1300">
                <a:solidFill>
                  <a:schemeClr val="dk1"/>
                </a:solidFill>
                <a:latin typeface="Oswald Light"/>
                <a:ea typeface="Oswald Light"/>
                <a:cs typeface="Oswald Light"/>
                <a:sym typeface="Oswald Light"/>
              </a:rPr>
              <a:t>Worries or stresses</a:t>
            </a:r>
            <a:endParaRPr sz="1300">
              <a:solidFill>
                <a:schemeClr val="dk1"/>
              </a:solidFill>
              <a:latin typeface="Oswald Light"/>
              <a:ea typeface="Oswald Light"/>
              <a:cs typeface="Oswald Light"/>
              <a:sym typeface="Oswald Light"/>
            </a:endParaRPr>
          </a:p>
        </p:txBody>
      </p:sp>
      <p:sp>
        <p:nvSpPr>
          <p:cNvPr id="158" name="Google Shape;158;p35"/>
          <p:cNvSpPr txBox="1"/>
          <p:nvPr/>
        </p:nvSpPr>
        <p:spPr>
          <a:xfrm>
            <a:off x="12321225" y="188282"/>
            <a:ext cx="2602800" cy="1092000"/>
          </a:xfrm>
          <a:prstGeom prst="rect">
            <a:avLst/>
          </a:prstGeom>
          <a:noFill/>
          <a:ln>
            <a:noFill/>
          </a:ln>
        </p:spPr>
        <p:txBody>
          <a:bodyPr anchorCtr="0" anchor="t" bIns="92500" lIns="92500" spcFirstLastPara="1" rIns="92500" wrap="square" tIns="92500">
            <a:noAutofit/>
          </a:bodyPr>
          <a:lstStyle/>
          <a:p>
            <a:pPr indent="0" lvl="0" marL="0" rtl="0" algn="r">
              <a:lnSpc>
                <a:spcPct val="115000"/>
              </a:lnSpc>
              <a:spcBef>
                <a:spcPts val="0"/>
              </a:spcBef>
              <a:spcAft>
                <a:spcPts val="0"/>
              </a:spcAft>
              <a:buNone/>
            </a:pPr>
            <a:r>
              <a:rPr lang="en" sz="1800">
                <a:solidFill>
                  <a:schemeClr val="dk1"/>
                </a:solidFill>
                <a:latin typeface="Oswald Light"/>
                <a:ea typeface="Oswald Light"/>
                <a:cs typeface="Oswald Light"/>
                <a:sym typeface="Oswald Light"/>
              </a:rPr>
              <a:t>POSITIVES</a:t>
            </a:r>
            <a:endParaRPr sz="1800">
              <a:solidFill>
                <a:schemeClr val="dk1"/>
              </a:solidFill>
              <a:latin typeface="Oswald Light"/>
              <a:ea typeface="Oswald Light"/>
              <a:cs typeface="Oswald Light"/>
              <a:sym typeface="Oswald Light"/>
            </a:endParaRPr>
          </a:p>
          <a:p>
            <a:pPr indent="0" lvl="0" marL="0" rtl="0" algn="r">
              <a:lnSpc>
                <a:spcPct val="115000"/>
              </a:lnSpc>
              <a:spcBef>
                <a:spcPts val="0"/>
              </a:spcBef>
              <a:spcAft>
                <a:spcPts val="0"/>
              </a:spcAft>
              <a:buNone/>
            </a:pPr>
            <a:r>
              <a:rPr lang="en" sz="1300">
                <a:solidFill>
                  <a:schemeClr val="dk1"/>
                </a:solidFill>
                <a:latin typeface="Oswald Light"/>
                <a:ea typeface="Oswald Light"/>
                <a:cs typeface="Oswald Light"/>
                <a:sym typeface="Oswald Light"/>
              </a:rPr>
              <a:t>Good things in life</a:t>
            </a:r>
            <a:endParaRPr sz="1300">
              <a:solidFill>
                <a:schemeClr val="dk1"/>
              </a:solidFill>
              <a:latin typeface="Oswald Light"/>
              <a:ea typeface="Oswald Light"/>
              <a:cs typeface="Oswald Light"/>
              <a:sym typeface="Oswald Light"/>
            </a:endParaRPr>
          </a:p>
        </p:txBody>
      </p:sp>
      <p:sp>
        <p:nvSpPr>
          <p:cNvPr id="159" name="Google Shape;159;p35"/>
          <p:cNvSpPr txBox="1"/>
          <p:nvPr/>
        </p:nvSpPr>
        <p:spPr>
          <a:xfrm>
            <a:off x="12321225" y="9670075"/>
            <a:ext cx="2602800" cy="859500"/>
          </a:xfrm>
          <a:prstGeom prst="rect">
            <a:avLst/>
          </a:prstGeom>
          <a:noFill/>
          <a:ln>
            <a:noFill/>
          </a:ln>
        </p:spPr>
        <p:txBody>
          <a:bodyPr anchorCtr="0" anchor="t" bIns="92500" lIns="92500" spcFirstLastPara="1" rIns="92500" wrap="square" tIns="92500">
            <a:noAutofit/>
          </a:bodyPr>
          <a:lstStyle/>
          <a:p>
            <a:pPr indent="0" lvl="0" marL="0" rtl="0" algn="r">
              <a:lnSpc>
                <a:spcPct val="115000"/>
              </a:lnSpc>
              <a:spcBef>
                <a:spcPts val="0"/>
              </a:spcBef>
              <a:spcAft>
                <a:spcPts val="0"/>
              </a:spcAft>
              <a:buNone/>
            </a:pPr>
            <a:r>
              <a:rPr lang="en" sz="1800">
                <a:solidFill>
                  <a:schemeClr val="dk1"/>
                </a:solidFill>
                <a:latin typeface="Oswald Light"/>
                <a:ea typeface="Oswald Light"/>
                <a:cs typeface="Oswald Light"/>
                <a:sym typeface="Oswald Light"/>
              </a:rPr>
              <a:t>GOALS &amp; MOTIVATIONS</a:t>
            </a:r>
            <a:r>
              <a:rPr lang="en" sz="1300">
                <a:solidFill>
                  <a:schemeClr val="dk1"/>
                </a:solidFill>
                <a:latin typeface="Oswald Light"/>
                <a:ea typeface="Oswald Light"/>
                <a:cs typeface="Oswald Light"/>
                <a:sym typeface="Oswald Light"/>
              </a:rPr>
              <a:t> </a:t>
            </a:r>
            <a:endParaRPr sz="1300">
              <a:solidFill>
                <a:schemeClr val="dk1"/>
              </a:solidFill>
              <a:latin typeface="Oswald Light"/>
              <a:ea typeface="Oswald Light"/>
              <a:cs typeface="Oswald Light"/>
              <a:sym typeface="Oswald Light"/>
            </a:endParaRPr>
          </a:p>
          <a:p>
            <a:pPr indent="0" lvl="0" marL="0" rtl="0" algn="r">
              <a:lnSpc>
                <a:spcPct val="115000"/>
              </a:lnSpc>
              <a:spcBef>
                <a:spcPts val="0"/>
              </a:spcBef>
              <a:spcAft>
                <a:spcPts val="0"/>
              </a:spcAft>
              <a:buNone/>
            </a:pPr>
            <a:r>
              <a:rPr lang="en" sz="1300">
                <a:solidFill>
                  <a:schemeClr val="dk1"/>
                </a:solidFill>
                <a:latin typeface="Oswald Light"/>
                <a:ea typeface="Oswald Light"/>
                <a:cs typeface="Oswald Light"/>
                <a:sym typeface="Oswald Light"/>
              </a:rPr>
              <a:t> Desired outcome. What I want to achieve?</a:t>
            </a:r>
            <a:endParaRPr sz="1300">
              <a:solidFill>
                <a:schemeClr val="dk1"/>
              </a:solidFill>
              <a:latin typeface="Oswald Light"/>
              <a:ea typeface="Oswald Light"/>
              <a:cs typeface="Oswald Light"/>
              <a:sym typeface="Oswald Light"/>
            </a:endParaRPr>
          </a:p>
        </p:txBody>
      </p:sp>
      <p:sp>
        <p:nvSpPr>
          <p:cNvPr id="160" name="Google Shape;160;p35"/>
          <p:cNvSpPr txBox="1"/>
          <p:nvPr/>
        </p:nvSpPr>
        <p:spPr>
          <a:xfrm>
            <a:off x="226225" y="9670075"/>
            <a:ext cx="2429700" cy="794400"/>
          </a:xfrm>
          <a:prstGeom prst="rect">
            <a:avLst/>
          </a:prstGeom>
          <a:noFill/>
          <a:ln>
            <a:noFill/>
          </a:ln>
        </p:spPr>
        <p:txBody>
          <a:bodyPr anchorCtr="0" anchor="t" bIns="92500" lIns="92500" spcFirstLastPara="1" rIns="92500" wrap="square" tIns="92500">
            <a:noAutofit/>
          </a:bodyPr>
          <a:lstStyle/>
          <a:p>
            <a:pPr indent="0" lvl="0" marL="0" rtl="0" algn="l">
              <a:lnSpc>
                <a:spcPct val="115000"/>
              </a:lnSpc>
              <a:spcBef>
                <a:spcPts val="0"/>
              </a:spcBef>
              <a:spcAft>
                <a:spcPts val="0"/>
              </a:spcAft>
              <a:buNone/>
            </a:pPr>
            <a:r>
              <a:rPr lang="en" sz="1800">
                <a:solidFill>
                  <a:schemeClr val="dk1"/>
                </a:solidFill>
                <a:latin typeface="Oswald Light"/>
                <a:ea typeface="Oswald Light"/>
                <a:cs typeface="Oswald Light"/>
                <a:sym typeface="Oswald Light"/>
              </a:rPr>
              <a:t>WHAT BRINGS YOU HERE?</a:t>
            </a:r>
            <a:endParaRPr sz="1800">
              <a:solidFill>
                <a:schemeClr val="dk1"/>
              </a:solidFill>
              <a:latin typeface="Oswald Light"/>
              <a:ea typeface="Oswald Light"/>
              <a:cs typeface="Oswald Light"/>
              <a:sym typeface="Oswald Light"/>
            </a:endParaRPr>
          </a:p>
          <a:p>
            <a:pPr indent="0" lvl="0" marL="0" rtl="0" algn="l">
              <a:lnSpc>
                <a:spcPct val="115000"/>
              </a:lnSpc>
              <a:spcBef>
                <a:spcPts val="0"/>
              </a:spcBef>
              <a:spcAft>
                <a:spcPts val="0"/>
              </a:spcAft>
              <a:buNone/>
            </a:pPr>
            <a:r>
              <a:rPr lang="en" sz="1300">
                <a:solidFill>
                  <a:schemeClr val="dk1"/>
                </a:solidFill>
                <a:latin typeface="Oswald Light"/>
                <a:ea typeface="Oswald Light"/>
                <a:cs typeface="Oswald Light"/>
                <a:sym typeface="Oswald Light"/>
              </a:rPr>
              <a:t>Purpose. Why are you here?</a:t>
            </a:r>
            <a:endParaRPr sz="1300">
              <a:solidFill>
                <a:schemeClr val="dk1"/>
              </a:solidFill>
              <a:latin typeface="Oswald Light"/>
              <a:ea typeface="Oswald Light"/>
              <a:cs typeface="Oswald Light"/>
              <a:sym typeface="Oswald Light"/>
            </a:endParaRPr>
          </a:p>
        </p:txBody>
      </p:sp>
      <p:sp>
        <p:nvSpPr>
          <p:cNvPr id="161" name="Google Shape;161;p35"/>
          <p:cNvSpPr txBox="1"/>
          <p:nvPr/>
        </p:nvSpPr>
        <p:spPr>
          <a:xfrm>
            <a:off x="226225" y="4945675"/>
            <a:ext cx="2950200" cy="859500"/>
          </a:xfrm>
          <a:prstGeom prst="rect">
            <a:avLst/>
          </a:prstGeom>
          <a:noFill/>
          <a:ln>
            <a:noFill/>
          </a:ln>
        </p:spPr>
        <p:txBody>
          <a:bodyPr anchorCtr="0" anchor="t" bIns="92500" lIns="92500" spcFirstLastPara="1" rIns="92500" wrap="square" tIns="92500">
            <a:noAutofit/>
          </a:bodyPr>
          <a:lstStyle/>
          <a:p>
            <a:pPr indent="0" lvl="0" marL="0" rtl="0" algn="l">
              <a:lnSpc>
                <a:spcPct val="115000"/>
              </a:lnSpc>
              <a:spcBef>
                <a:spcPts val="0"/>
              </a:spcBef>
              <a:spcAft>
                <a:spcPts val="0"/>
              </a:spcAft>
              <a:buNone/>
            </a:pPr>
            <a:r>
              <a:rPr lang="en" sz="1800">
                <a:solidFill>
                  <a:schemeClr val="dk1"/>
                </a:solidFill>
                <a:latin typeface="Oswald Light"/>
                <a:ea typeface="Oswald Light"/>
                <a:cs typeface="Oswald Light"/>
                <a:sym typeface="Oswald Light"/>
              </a:rPr>
              <a:t>HEADACHES</a:t>
            </a:r>
            <a:endParaRPr sz="1800">
              <a:solidFill>
                <a:schemeClr val="dk1"/>
              </a:solidFill>
              <a:latin typeface="Oswald Light"/>
              <a:ea typeface="Oswald Light"/>
              <a:cs typeface="Oswald Light"/>
              <a:sym typeface="Oswald Light"/>
            </a:endParaRPr>
          </a:p>
          <a:p>
            <a:pPr indent="0" lvl="0" marL="0" rtl="0" algn="l">
              <a:lnSpc>
                <a:spcPct val="115000"/>
              </a:lnSpc>
              <a:spcBef>
                <a:spcPts val="0"/>
              </a:spcBef>
              <a:spcAft>
                <a:spcPts val="0"/>
              </a:spcAft>
              <a:buNone/>
            </a:pPr>
            <a:r>
              <a:rPr lang="en" sz="1300">
                <a:solidFill>
                  <a:schemeClr val="dk1"/>
                </a:solidFill>
                <a:latin typeface="Oswald Light"/>
                <a:ea typeface="Oswald Light"/>
                <a:cs typeface="Oswald Light"/>
                <a:sym typeface="Oswald Light"/>
              </a:rPr>
              <a:t>Pain points that are really bothering me</a:t>
            </a:r>
            <a:endParaRPr sz="1300">
              <a:solidFill>
                <a:schemeClr val="dk1"/>
              </a:solidFill>
              <a:latin typeface="Oswald Light"/>
              <a:ea typeface="Oswald Light"/>
              <a:cs typeface="Oswald Light"/>
              <a:sym typeface="Oswald Light"/>
            </a:endParaRPr>
          </a:p>
        </p:txBody>
      </p:sp>
      <p:sp>
        <p:nvSpPr>
          <p:cNvPr id="162" name="Google Shape;162;p35"/>
          <p:cNvSpPr/>
          <p:nvPr/>
        </p:nvSpPr>
        <p:spPr>
          <a:xfrm>
            <a:off x="-232650" y="7927400"/>
            <a:ext cx="4402398" cy="424442"/>
          </a:xfrm>
          <a:custGeom>
            <a:rect b="b" l="l" r="r" t="t"/>
            <a:pathLst>
              <a:path extrusionOk="0" h="16976" w="163734">
                <a:moveTo>
                  <a:pt x="0" y="16976"/>
                </a:moveTo>
                <a:cubicBezTo>
                  <a:pt x="12504" y="15333"/>
                  <a:pt x="47733" y="9948"/>
                  <a:pt x="75022" y="7119"/>
                </a:cubicBezTo>
                <a:cubicBezTo>
                  <a:pt x="102311" y="4290"/>
                  <a:pt x="148949" y="1187"/>
                  <a:pt x="163734" y="0"/>
                </a:cubicBezTo>
              </a:path>
            </a:pathLst>
          </a:custGeom>
          <a:noFill/>
          <a:ln cap="flat" cmpd="sng" w="28575">
            <a:solidFill>
              <a:schemeClr val="dk2"/>
            </a:solidFill>
            <a:prstDash val="solid"/>
            <a:round/>
            <a:headEnd len="med" w="med" type="none"/>
            <a:tailEnd len="med" w="med" type="none"/>
          </a:ln>
        </p:spPr>
      </p:sp>
      <p:sp>
        <p:nvSpPr>
          <p:cNvPr id="163" name="Google Shape;163;p35"/>
          <p:cNvSpPr/>
          <p:nvPr/>
        </p:nvSpPr>
        <p:spPr>
          <a:xfrm rot="882199">
            <a:off x="11235617" y="7927214"/>
            <a:ext cx="4093125" cy="424377"/>
          </a:xfrm>
          <a:custGeom>
            <a:rect b="b" l="l" r="r" t="t"/>
            <a:pathLst>
              <a:path extrusionOk="0" h="16976" w="163734">
                <a:moveTo>
                  <a:pt x="0" y="16976"/>
                </a:moveTo>
                <a:cubicBezTo>
                  <a:pt x="12504" y="15333"/>
                  <a:pt x="47733" y="9948"/>
                  <a:pt x="75022" y="7119"/>
                </a:cubicBezTo>
                <a:cubicBezTo>
                  <a:pt x="102311" y="4290"/>
                  <a:pt x="148949" y="1187"/>
                  <a:pt x="163734" y="0"/>
                </a:cubicBezTo>
              </a:path>
            </a:pathLst>
          </a:custGeom>
          <a:noFill/>
          <a:ln cap="flat" cmpd="sng" w="28575">
            <a:solidFill>
              <a:schemeClr val="dk2"/>
            </a:solidFill>
            <a:prstDash val="solid"/>
            <a:round/>
            <a:headEnd len="med" w="med" type="none"/>
            <a:tailEnd len="med" w="med" type="none"/>
          </a:ln>
        </p:spPr>
      </p:sp>
      <p:sp>
        <p:nvSpPr>
          <p:cNvPr id="164" name="Google Shape;164;p35"/>
          <p:cNvSpPr txBox="1"/>
          <p:nvPr/>
        </p:nvSpPr>
        <p:spPr>
          <a:xfrm>
            <a:off x="6269525" y="3385000"/>
            <a:ext cx="2429700" cy="859500"/>
          </a:xfrm>
          <a:prstGeom prst="rect">
            <a:avLst/>
          </a:prstGeom>
          <a:noFill/>
          <a:ln>
            <a:noFill/>
          </a:ln>
        </p:spPr>
        <p:txBody>
          <a:bodyPr anchorCtr="0" anchor="t" bIns="92500" lIns="92500" spcFirstLastPara="1" rIns="92500" wrap="square" tIns="92500">
            <a:noAutofit/>
          </a:bodyPr>
          <a:lstStyle/>
          <a:p>
            <a:pPr indent="0" lvl="0" marL="0" rtl="0" algn="l">
              <a:lnSpc>
                <a:spcPct val="115000"/>
              </a:lnSpc>
              <a:spcBef>
                <a:spcPts val="0"/>
              </a:spcBef>
              <a:spcAft>
                <a:spcPts val="0"/>
              </a:spcAft>
              <a:buNone/>
            </a:pPr>
            <a:r>
              <a:rPr lang="en" sz="1800">
                <a:solidFill>
                  <a:schemeClr val="dk1"/>
                </a:solidFill>
                <a:latin typeface="Oswald Light"/>
                <a:ea typeface="Oswald Light"/>
                <a:cs typeface="Oswald Light"/>
                <a:sym typeface="Oswald Light"/>
              </a:rPr>
              <a:t>WHO I AM</a:t>
            </a:r>
            <a:endParaRPr sz="1800">
              <a:solidFill>
                <a:schemeClr val="dk1"/>
              </a:solidFill>
              <a:latin typeface="Oswald Light"/>
              <a:ea typeface="Oswald Light"/>
              <a:cs typeface="Oswald Light"/>
              <a:sym typeface="Oswald Light"/>
            </a:endParaRPr>
          </a:p>
          <a:p>
            <a:pPr indent="0" lvl="0" marL="0" rtl="0" algn="l">
              <a:lnSpc>
                <a:spcPct val="115000"/>
              </a:lnSpc>
              <a:spcBef>
                <a:spcPts val="0"/>
              </a:spcBef>
              <a:spcAft>
                <a:spcPts val="0"/>
              </a:spcAft>
              <a:buNone/>
            </a:pPr>
            <a:r>
              <a:t/>
            </a:r>
            <a:endParaRPr sz="1800">
              <a:solidFill>
                <a:schemeClr val="dk1"/>
              </a:solidFill>
              <a:latin typeface="Oswald Light"/>
              <a:ea typeface="Oswald Light"/>
              <a:cs typeface="Oswald Light"/>
              <a:sym typeface="Oswald Light"/>
            </a:endParaRPr>
          </a:p>
        </p:txBody>
      </p:sp>
      <p:sp>
        <p:nvSpPr>
          <p:cNvPr id="165" name="Google Shape;165;p35"/>
          <p:cNvSpPr txBox="1"/>
          <p:nvPr/>
        </p:nvSpPr>
        <p:spPr>
          <a:xfrm>
            <a:off x="6305225" y="5705397"/>
            <a:ext cx="2429700" cy="638100"/>
          </a:xfrm>
          <a:prstGeom prst="rect">
            <a:avLst/>
          </a:prstGeom>
          <a:noFill/>
          <a:ln>
            <a:noFill/>
          </a:ln>
        </p:spPr>
        <p:txBody>
          <a:bodyPr anchorCtr="0" anchor="t" bIns="92500" lIns="92500" spcFirstLastPara="1" rIns="92500" wrap="square" tIns="92500">
            <a:noAutofit/>
          </a:bodyPr>
          <a:lstStyle/>
          <a:p>
            <a:pPr indent="0" lvl="0" marL="0" rtl="0" algn="l">
              <a:lnSpc>
                <a:spcPct val="115000"/>
              </a:lnSpc>
              <a:spcBef>
                <a:spcPts val="0"/>
              </a:spcBef>
              <a:spcAft>
                <a:spcPts val="0"/>
              </a:spcAft>
              <a:buNone/>
            </a:pPr>
            <a:r>
              <a:rPr lang="en" sz="1800">
                <a:solidFill>
                  <a:schemeClr val="dk1"/>
                </a:solidFill>
                <a:latin typeface="Oswald Light"/>
                <a:ea typeface="Oswald Light"/>
                <a:cs typeface="Oswald Light"/>
                <a:sym typeface="Oswald Light"/>
              </a:rPr>
              <a:t>MY </a:t>
            </a:r>
            <a:r>
              <a:rPr lang="en" sz="1800">
                <a:solidFill>
                  <a:schemeClr val="dk1"/>
                </a:solidFill>
                <a:latin typeface="Oswald Light"/>
                <a:ea typeface="Oswald Light"/>
                <a:cs typeface="Oswald Light"/>
                <a:sym typeface="Oswald Light"/>
              </a:rPr>
              <a:t>ROLES </a:t>
            </a:r>
            <a:endParaRPr sz="1800">
              <a:solidFill>
                <a:schemeClr val="dk1"/>
              </a:solidFill>
              <a:latin typeface="Oswald Light"/>
              <a:ea typeface="Oswald Light"/>
              <a:cs typeface="Oswald Light"/>
              <a:sym typeface="Oswald Light"/>
            </a:endParaRPr>
          </a:p>
        </p:txBody>
      </p:sp>
      <p:sp>
        <p:nvSpPr>
          <p:cNvPr id="166" name="Google Shape;166;p35"/>
          <p:cNvSpPr txBox="1"/>
          <p:nvPr/>
        </p:nvSpPr>
        <p:spPr>
          <a:xfrm>
            <a:off x="12334300" y="4773473"/>
            <a:ext cx="2602800" cy="794400"/>
          </a:xfrm>
          <a:prstGeom prst="rect">
            <a:avLst/>
          </a:prstGeom>
          <a:noFill/>
          <a:ln>
            <a:noFill/>
          </a:ln>
        </p:spPr>
        <p:txBody>
          <a:bodyPr anchorCtr="0" anchor="t" bIns="92500" lIns="92500" spcFirstLastPara="1" rIns="92500" wrap="square" tIns="92500">
            <a:noAutofit/>
          </a:bodyPr>
          <a:lstStyle/>
          <a:p>
            <a:pPr indent="0" lvl="0" marL="0" rtl="0" algn="r">
              <a:lnSpc>
                <a:spcPct val="115000"/>
              </a:lnSpc>
              <a:spcBef>
                <a:spcPts val="0"/>
              </a:spcBef>
              <a:spcAft>
                <a:spcPts val="0"/>
              </a:spcAft>
              <a:buNone/>
            </a:pPr>
            <a:r>
              <a:rPr lang="en" sz="1800">
                <a:solidFill>
                  <a:schemeClr val="dk1"/>
                </a:solidFill>
                <a:latin typeface="Oswald Light"/>
                <a:ea typeface="Oswald Light"/>
                <a:cs typeface="Oswald Light"/>
                <a:sym typeface="Oswald Light"/>
              </a:rPr>
              <a:t>NEEDS</a:t>
            </a:r>
            <a:endParaRPr sz="1800">
              <a:solidFill>
                <a:schemeClr val="dk1"/>
              </a:solidFill>
              <a:latin typeface="Oswald Light"/>
              <a:ea typeface="Oswald Light"/>
              <a:cs typeface="Oswald Light"/>
              <a:sym typeface="Oswald Light"/>
            </a:endParaRPr>
          </a:p>
          <a:p>
            <a:pPr indent="0" lvl="0" marL="0" rtl="0" algn="r">
              <a:lnSpc>
                <a:spcPct val="115000"/>
              </a:lnSpc>
              <a:spcBef>
                <a:spcPts val="0"/>
              </a:spcBef>
              <a:spcAft>
                <a:spcPts val="0"/>
              </a:spcAft>
              <a:buClr>
                <a:schemeClr val="dk1"/>
              </a:buClr>
              <a:buSzPts val="1100"/>
              <a:buFont typeface="Arial"/>
              <a:buNone/>
            </a:pPr>
            <a:r>
              <a:rPr lang="en" sz="1300">
                <a:solidFill>
                  <a:schemeClr val="dk1"/>
                </a:solidFill>
                <a:latin typeface="Oswald Light"/>
                <a:ea typeface="Oswald Light"/>
                <a:cs typeface="Oswald Light"/>
                <a:sym typeface="Oswald Light"/>
              </a:rPr>
              <a:t>Things I need to be my best</a:t>
            </a:r>
            <a:endParaRPr sz="1300">
              <a:solidFill>
                <a:schemeClr val="dk1"/>
              </a:solidFill>
              <a:latin typeface="Oswald Light"/>
              <a:ea typeface="Oswald Light"/>
              <a:cs typeface="Oswald Light"/>
              <a:sym typeface="Oswald Light"/>
            </a:endParaRPr>
          </a:p>
          <a:p>
            <a:pPr indent="0" lvl="0" marL="0" rtl="0" algn="r">
              <a:lnSpc>
                <a:spcPct val="115000"/>
              </a:lnSpc>
              <a:spcBef>
                <a:spcPts val="0"/>
              </a:spcBef>
              <a:spcAft>
                <a:spcPts val="0"/>
              </a:spcAft>
              <a:buNone/>
            </a:pPr>
            <a:r>
              <a:t/>
            </a:r>
            <a:endParaRPr sz="1800">
              <a:solidFill>
                <a:schemeClr val="dk1"/>
              </a:solidFill>
              <a:latin typeface="Oswald Light"/>
              <a:ea typeface="Oswald Light"/>
              <a:cs typeface="Oswald Light"/>
              <a:sym typeface="Oswald Light"/>
            </a:endParaRPr>
          </a:p>
        </p:txBody>
      </p:sp>
      <p:cxnSp>
        <p:nvCxnSpPr>
          <p:cNvPr id="167" name="Google Shape;167;p35"/>
          <p:cNvCxnSpPr/>
          <p:nvPr/>
        </p:nvCxnSpPr>
        <p:spPr>
          <a:xfrm flipH="1" rot="10800000">
            <a:off x="7474900" y="3928725"/>
            <a:ext cx="1670100" cy="13800"/>
          </a:xfrm>
          <a:prstGeom prst="straightConnector1">
            <a:avLst/>
          </a:prstGeom>
          <a:noFill/>
          <a:ln cap="flat" cmpd="sng" w="9525">
            <a:solidFill>
              <a:schemeClr val="dk2"/>
            </a:solidFill>
            <a:prstDash val="solid"/>
            <a:round/>
            <a:headEnd len="med" w="med" type="none"/>
            <a:tailEnd len="med" w="med" type="none"/>
          </a:ln>
        </p:spPr>
      </p:cxnSp>
      <p:cxnSp>
        <p:nvCxnSpPr>
          <p:cNvPr id="168" name="Google Shape;168;p35"/>
          <p:cNvCxnSpPr/>
          <p:nvPr/>
        </p:nvCxnSpPr>
        <p:spPr>
          <a:xfrm flipH="1" rot="10800000">
            <a:off x="6350500" y="6660250"/>
            <a:ext cx="2808300" cy="13800"/>
          </a:xfrm>
          <a:prstGeom prst="straightConnector1">
            <a:avLst/>
          </a:prstGeom>
          <a:noFill/>
          <a:ln cap="flat" cmpd="sng" w="9525">
            <a:solidFill>
              <a:schemeClr val="dk2"/>
            </a:solidFill>
            <a:prstDash val="solid"/>
            <a:round/>
            <a:headEnd len="med" w="med" type="none"/>
            <a:tailEnd len="med" w="med" type="none"/>
          </a:ln>
        </p:spPr>
      </p:cxnSp>
      <p:sp>
        <p:nvSpPr>
          <p:cNvPr id="169" name="Google Shape;169;p35"/>
          <p:cNvSpPr txBox="1"/>
          <p:nvPr/>
        </p:nvSpPr>
        <p:spPr>
          <a:xfrm>
            <a:off x="6305225" y="8223635"/>
            <a:ext cx="2429700" cy="638100"/>
          </a:xfrm>
          <a:prstGeom prst="rect">
            <a:avLst/>
          </a:prstGeom>
          <a:noFill/>
          <a:ln>
            <a:noFill/>
          </a:ln>
        </p:spPr>
        <p:txBody>
          <a:bodyPr anchorCtr="0" anchor="t" bIns="92500" lIns="92500" spcFirstLastPara="1" rIns="92500" wrap="square" tIns="92500">
            <a:noAutofit/>
          </a:bodyPr>
          <a:lstStyle/>
          <a:p>
            <a:pPr indent="0" lvl="0" marL="0" rtl="0" algn="l">
              <a:lnSpc>
                <a:spcPct val="115000"/>
              </a:lnSpc>
              <a:spcBef>
                <a:spcPts val="0"/>
              </a:spcBef>
              <a:spcAft>
                <a:spcPts val="0"/>
              </a:spcAft>
              <a:buNone/>
            </a:pPr>
            <a:r>
              <a:rPr lang="en" sz="1800">
                <a:solidFill>
                  <a:schemeClr val="dk1"/>
                </a:solidFill>
                <a:latin typeface="Oswald Light"/>
                <a:ea typeface="Oswald Light"/>
                <a:cs typeface="Oswald Light"/>
                <a:sym typeface="Oswald Light"/>
              </a:rPr>
              <a:t>WHO’S IN MY PICTURE</a:t>
            </a:r>
            <a:endParaRPr sz="1800">
              <a:solidFill>
                <a:schemeClr val="dk1"/>
              </a:solidFill>
              <a:latin typeface="Oswald Light"/>
              <a:ea typeface="Oswald Light"/>
              <a:cs typeface="Oswald Light"/>
              <a:sym typeface="Oswald Light"/>
            </a:endParaRPr>
          </a:p>
        </p:txBody>
      </p:sp>
      <p:cxnSp>
        <p:nvCxnSpPr>
          <p:cNvPr id="170" name="Google Shape;170;p35"/>
          <p:cNvCxnSpPr/>
          <p:nvPr/>
        </p:nvCxnSpPr>
        <p:spPr>
          <a:xfrm flipH="1" rot="10800000">
            <a:off x="6350500" y="9178488"/>
            <a:ext cx="2808300" cy="13800"/>
          </a:xfrm>
          <a:prstGeom prst="straightConnector1">
            <a:avLst/>
          </a:prstGeom>
          <a:noFill/>
          <a:ln cap="flat" cmpd="sng" w="9525">
            <a:solidFill>
              <a:schemeClr val="dk2"/>
            </a:solidFill>
            <a:prstDash val="solid"/>
            <a:round/>
            <a:headEnd len="med" w="med" type="none"/>
            <a:tailEnd len="med" w="med" type="none"/>
          </a:ln>
        </p:spPr>
      </p:cxnSp>
      <p:cxnSp>
        <p:nvCxnSpPr>
          <p:cNvPr id="171" name="Google Shape;171;p35"/>
          <p:cNvCxnSpPr/>
          <p:nvPr/>
        </p:nvCxnSpPr>
        <p:spPr>
          <a:xfrm flipH="1" rot="10800000">
            <a:off x="6350500" y="9876288"/>
            <a:ext cx="2808300" cy="13800"/>
          </a:xfrm>
          <a:prstGeom prst="straightConnector1">
            <a:avLst/>
          </a:prstGeom>
          <a:noFill/>
          <a:ln cap="flat" cmpd="sng" w="9525">
            <a:solidFill>
              <a:schemeClr val="dk2"/>
            </a:solidFill>
            <a:prstDash val="solid"/>
            <a:round/>
            <a:headEnd len="med" w="med" type="none"/>
            <a:tailEnd len="med" w="med" type="none"/>
          </a:ln>
        </p:spPr>
      </p:cxnSp>
      <p:grpSp>
        <p:nvGrpSpPr>
          <p:cNvPr id="172" name="Google Shape;172;p35"/>
          <p:cNvGrpSpPr/>
          <p:nvPr/>
        </p:nvGrpSpPr>
        <p:grpSpPr>
          <a:xfrm>
            <a:off x="3484598" y="201595"/>
            <a:ext cx="2703045" cy="2214221"/>
            <a:chOff x="3484250" y="1954000"/>
            <a:chExt cx="2702775" cy="2214000"/>
          </a:xfrm>
        </p:grpSpPr>
        <p:sp>
          <p:nvSpPr>
            <p:cNvPr id="173" name="Google Shape;173;p35"/>
            <p:cNvSpPr/>
            <p:nvPr/>
          </p:nvSpPr>
          <p:spPr>
            <a:xfrm flipH="1">
              <a:off x="3484250" y="1954000"/>
              <a:ext cx="2691900" cy="2214000"/>
            </a:xfrm>
            <a:prstGeom prst="wedgeRoundRectCallout">
              <a:avLst>
                <a:gd fmla="val -59487" name="adj1"/>
                <a:gd fmla="val 76698" name="adj2"/>
                <a:gd fmla="val 0" name="adj3"/>
              </a:avLst>
            </a:prstGeom>
            <a:solidFill>
              <a:srgbClr val="FFFFFF"/>
            </a:solidFill>
            <a:ln cap="flat" cmpd="sng" w="9525">
              <a:solidFill>
                <a:schemeClr val="dk2"/>
              </a:solidFill>
              <a:prstDash val="solid"/>
              <a:round/>
              <a:headEnd len="sm" w="sm" type="none"/>
              <a:tailEnd len="sm" w="sm" type="none"/>
            </a:ln>
          </p:spPr>
          <p:txBody>
            <a:bodyPr anchorCtr="0" anchor="ctr" bIns="92500" lIns="92500" spcFirstLastPara="1" rIns="92500" wrap="square" tIns="92500">
              <a:noAutofit/>
            </a:bodyPr>
            <a:lstStyle/>
            <a:p>
              <a:pPr indent="0" lvl="0" marL="0" rtl="0" algn="l">
                <a:spcBef>
                  <a:spcPts val="0"/>
                </a:spcBef>
                <a:spcAft>
                  <a:spcPts val="0"/>
                </a:spcAft>
                <a:buNone/>
              </a:pPr>
              <a:r>
                <a:t/>
              </a:r>
              <a:endParaRPr/>
            </a:p>
          </p:txBody>
        </p:sp>
        <p:sp>
          <p:nvSpPr>
            <p:cNvPr id="174" name="Google Shape;174;p35"/>
            <p:cNvSpPr txBox="1"/>
            <p:nvPr/>
          </p:nvSpPr>
          <p:spPr>
            <a:xfrm>
              <a:off x="3584225" y="2109075"/>
              <a:ext cx="2602800" cy="424500"/>
            </a:xfrm>
            <a:prstGeom prst="rect">
              <a:avLst/>
            </a:prstGeom>
            <a:noFill/>
            <a:ln>
              <a:noFill/>
            </a:ln>
          </p:spPr>
          <p:txBody>
            <a:bodyPr anchorCtr="0" anchor="t" bIns="92500" lIns="92500" spcFirstLastPara="1" rIns="92500" wrap="square" tIns="92500">
              <a:noAutofit/>
            </a:bodyPr>
            <a:lstStyle/>
            <a:p>
              <a:pPr indent="0" lvl="0" marL="0" rtl="0" algn="l">
                <a:lnSpc>
                  <a:spcPct val="115000"/>
                </a:lnSpc>
                <a:spcBef>
                  <a:spcPts val="0"/>
                </a:spcBef>
                <a:spcAft>
                  <a:spcPts val="0"/>
                </a:spcAft>
                <a:buNone/>
              </a:pPr>
              <a:r>
                <a:rPr lang="en" sz="1800">
                  <a:solidFill>
                    <a:schemeClr val="dk1"/>
                  </a:solidFill>
                  <a:latin typeface="Oswald Light"/>
                  <a:ea typeface="Oswald Light"/>
                  <a:cs typeface="Oswald Light"/>
                  <a:sym typeface="Oswald Light"/>
                </a:rPr>
                <a:t>3 WORDS</a:t>
              </a:r>
              <a:endParaRPr sz="1800">
                <a:solidFill>
                  <a:schemeClr val="dk1"/>
                </a:solidFill>
                <a:latin typeface="Oswald Light"/>
                <a:ea typeface="Oswald Light"/>
                <a:cs typeface="Oswald Light"/>
                <a:sym typeface="Oswald Light"/>
              </a:endParaRPr>
            </a:p>
            <a:p>
              <a:pPr indent="0" lvl="0" marL="0" rtl="0" algn="l">
                <a:lnSpc>
                  <a:spcPct val="115000"/>
                </a:lnSpc>
                <a:spcBef>
                  <a:spcPts val="0"/>
                </a:spcBef>
                <a:spcAft>
                  <a:spcPts val="0"/>
                </a:spcAft>
                <a:buNone/>
              </a:pPr>
              <a:r>
                <a:rPr lang="en" sz="1300">
                  <a:solidFill>
                    <a:schemeClr val="dk1"/>
                  </a:solidFill>
                  <a:latin typeface="Oswald Light"/>
                  <a:ea typeface="Oswald Light"/>
                  <a:cs typeface="Oswald Light"/>
                  <a:sym typeface="Oswald Light"/>
                </a:rPr>
                <a:t>That describe how I see my life</a:t>
              </a:r>
              <a:endParaRPr sz="1800">
                <a:solidFill>
                  <a:schemeClr val="dk1"/>
                </a:solidFill>
                <a:latin typeface="Oswald Light"/>
                <a:ea typeface="Oswald Light"/>
                <a:cs typeface="Oswald Light"/>
                <a:sym typeface="Oswald Light"/>
              </a:endParaRPr>
            </a:p>
          </p:txBody>
        </p:sp>
      </p:grpSp>
      <p:cxnSp>
        <p:nvCxnSpPr>
          <p:cNvPr id="175" name="Google Shape;175;p35"/>
          <p:cNvCxnSpPr/>
          <p:nvPr/>
        </p:nvCxnSpPr>
        <p:spPr>
          <a:xfrm flipH="1" rot="10800000">
            <a:off x="6350500" y="7195110"/>
            <a:ext cx="2808300" cy="13800"/>
          </a:xfrm>
          <a:prstGeom prst="straightConnector1">
            <a:avLst/>
          </a:prstGeom>
          <a:noFill/>
          <a:ln cap="flat" cmpd="sng" w="9525">
            <a:solidFill>
              <a:schemeClr val="dk2"/>
            </a:solidFill>
            <a:prstDash val="solid"/>
            <a:round/>
            <a:headEnd len="med" w="med" type="none"/>
            <a:tailEnd len="med" w="med" type="none"/>
          </a:ln>
        </p:spPr>
      </p:cxnSp>
      <p:cxnSp>
        <p:nvCxnSpPr>
          <p:cNvPr id="176" name="Google Shape;176;p35"/>
          <p:cNvCxnSpPr/>
          <p:nvPr/>
        </p:nvCxnSpPr>
        <p:spPr>
          <a:xfrm flipH="1" rot="10800000">
            <a:off x="6350500" y="7709338"/>
            <a:ext cx="2808300" cy="13800"/>
          </a:xfrm>
          <a:prstGeom prst="straightConnector1">
            <a:avLst/>
          </a:prstGeom>
          <a:noFill/>
          <a:ln cap="flat" cmpd="sng" w="9525">
            <a:solidFill>
              <a:schemeClr val="dk2"/>
            </a:solidFill>
            <a:prstDash val="solid"/>
            <a:round/>
            <a:headEnd len="med" w="med" type="none"/>
            <a:tailEnd len="med" w="med" type="none"/>
          </a:ln>
        </p:spPr>
      </p:cxnSp>
      <p:sp>
        <p:nvSpPr>
          <p:cNvPr id="177" name="Google Shape;177;p35"/>
          <p:cNvSpPr/>
          <p:nvPr/>
        </p:nvSpPr>
        <p:spPr>
          <a:xfrm>
            <a:off x="13623375" y="843400"/>
            <a:ext cx="2893800" cy="3401100"/>
          </a:xfrm>
          <a:prstGeom prst="ellipse">
            <a:avLst/>
          </a:prstGeom>
          <a:solidFill>
            <a:srgbClr val="FF99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t>Printable Worksheet</a:t>
            </a:r>
            <a:endParaRPr sz="21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p36"/>
          <p:cNvPicPr preferRelativeResize="0"/>
          <p:nvPr/>
        </p:nvPicPr>
        <p:blipFill rotWithShape="1">
          <a:blip r:embed="rId3">
            <a:alphaModFix/>
          </a:blip>
          <a:srcRect b="25097" l="0" r="0" t="26016"/>
          <a:stretch/>
        </p:blipFill>
        <p:spPr>
          <a:xfrm>
            <a:off x="887375" y="2599350"/>
            <a:ext cx="12818725" cy="6767475"/>
          </a:xfrm>
          <a:prstGeom prst="rect">
            <a:avLst/>
          </a:prstGeom>
          <a:noFill/>
          <a:ln>
            <a:noFill/>
          </a:ln>
        </p:spPr>
      </p:pic>
      <p:sp>
        <p:nvSpPr>
          <p:cNvPr id="183" name="Google Shape;183;p36"/>
          <p:cNvSpPr txBox="1"/>
          <p:nvPr>
            <p:ph idx="4294967295" type="title"/>
          </p:nvPr>
        </p:nvSpPr>
        <p:spPr>
          <a:xfrm>
            <a:off x="515409" y="925091"/>
            <a:ext cx="14089200" cy="1190400"/>
          </a:xfrm>
          <a:prstGeom prst="rect">
            <a:avLst/>
          </a:prstGeom>
        </p:spPr>
        <p:txBody>
          <a:bodyPr anchorCtr="0" anchor="t" bIns="164125" lIns="164125" spcFirstLastPara="1" rIns="164125" wrap="square" tIns="164125">
            <a:normAutofit/>
          </a:bodyPr>
          <a:lstStyle/>
          <a:p>
            <a:pPr indent="0" lvl="0" marL="0" rtl="0" algn="l">
              <a:spcBef>
                <a:spcPts val="0"/>
              </a:spcBef>
              <a:spcAft>
                <a:spcPts val="0"/>
              </a:spcAft>
              <a:buNone/>
            </a:pPr>
            <a:r>
              <a:rPr lang="en"/>
              <a:t>Lifeview reflection worksheet</a:t>
            </a:r>
            <a:endParaRPr/>
          </a:p>
        </p:txBody>
      </p:sp>
      <p:sp>
        <p:nvSpPr>
          <p:cNvPr id="184" name="Google Shape;184;p36"/>
          <p:cNvSpPr/>
          <p:nvPr/>
        </p:nvSpPr>
        <p:spPr>
          <a:xfrm>
            <a:off x="13623375" y="843400"/>
            <a:ext cx="2893800" cy="3401100"/>
          </a:xfrm>
          <a:prstGeom prst="ellipse">
            <a:avLst/>
          </a:prstGeom>
          <a:solidFill>
            <a:srgbClr val="FF99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t>Printable Worksheet</a:t>
            </a:r>
            <a:endParaRPr sz="21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C232"/>
        </a:solidFill>
      </p:bgPr>
    </p:bg>
    <p:spTree>
      <p:nvGrpSpPr>
        <p:cNvPr id="188" name="Shape 188"/>
        <p:cNvGrpSpPr/>
        <p:nvPr/>
      </p:nvGrpSpPr>
      <p:grpSpPr>
        <a:xfrm>
          <a:off x="0" y="0"/>
          <a:ext cx="0" cy="0"/>
          <a:chOff x="0" y="0"/>
          <a:chExt cx="0" cy="0"/>
        </a:xfrm>
      </p:grpSpPr>
      <p:sp>
        <p:nvSpPr>
          <p:cNvPr id="189" name="Google Shape;189;p37"/>
          <p:cNvSpPr txBox="1"/>
          <p:nvPr>
            <p:ph type="ctrTitle"/>
          </p:nvPr>
        </p:nvSpPr>
        <p:spPr>
          <a:xfrm>
            <a:off x="515423" y="1547778"/>
            <a:ext cx="14089200" cy="4266900"/>
          </a:xfrm>
          <a:prstGeom prst="rect">
            <a:avLst/>
          </a:prstGeom>
        </p:spPr>
        <p:txBody>
          <a:bodyPr anchorCtr="0" anchor="b" bIns="164125" lIns="164125" spcFirstLastPara="1" rIns="164125" wrap="square" tIns="164125">
            <a:normAutofit/>
          </a:bodyPr>
          <a:lstStyle/>
          <a:p>
            <a:pPr indent="0" lvl="0" marL="0" rtl="0" algn="ctr">
              <a:spcBef>
                <a:spcPts val="0"/>
              </a:spcBef>
              <a:spcAft>
                <a:spcPts val="0"/>
              </a:spcAft>
              <a:buNone/>
            </a:pPr>
            <a:r>
              <a:rPr b="1" lang="en">
                <a:solidFill>
                  <a:srgbClr val="FFFFFF"/>
                </a:solidFill>
              </a:rPr>
              <a:t>3</a:t>
            </a:r>
            <a:r>
              <a:rPr b="1" lang="en">
                <a:solidFill>
                  <a:srgbClr val="FFFFFF"/>
                </a:solidFill>
              </a:rPr>
              <a:t>. I am here</a:t>
            </a:r>
            <a:endParaRPr b="1">
              <a:solidFill>
                <a:srgbClr val="FFFFFF"/>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8"/>
          <p:cNvSpPr txBox="1"/>
          <p:nvPr>
            <p:ph type="ctrTitle"/>
          </p:nvPr>
        </p:nvSpPr>
        <p:spPr>
          <a:xfrm>
            <a:off x="515423" y="1547778"/>
            <a:ext cx="14089200" cy="4266900"/>
          </a:xfrm>
          <a:prstGeom prst="rect">
            <a:avLst/>
          </a:prstGeom>
        </p:spPr>
        <p:txBody>
          <a:bodyPr anchorCtr="0" anchor="b" bIns="164125" lIns="164125" spcFirstLastPara="1" rIns="164125" wrap="square" tIns="164125">
            <a:normAutofit/>
          </a:bodyPr>
          <a:lstStyle/>
          <a:p>
            <a:pPr indent="0" lvl="0" marL="0" rtl="0" algn="ctr">
              <a:spcBef>
                <a:spcPts val="0"/>
              </a:spcBef>
              <a:spcAft>
                <a:spcPts val="0"/>
              </a:spcAft>
              <a:buNone/>
            </a:pPr>
            <a:r>
              <a:rPr lang="en"/>
              <a:t>[content for Balance dashboard]</a:t>
            </a:r>
            <a:endParaRPr/>
          </a:p>
        </p:txBody>
      </p:sp>
      <p:sp>
        <p:nvSpPr>
          <p:cNvPr id="195" name="Google Shape;195;p38"/>
          <p:cNvSpPr txBox="1"/>
          <p:nvPr>
            <p:ph idx="1" type="subTitle"/>
          </p:nvPr>
        </p:nvSpPr>
        <p:spPr>
          <a:xfrm>
            <a:off x="515409" y="5891409"/>
            <a:ext cx="14089200" cy="1647600"/>
          </a:xfrm>
          <a:prstGeom prst="rect">
            <a:avLst/>
          </a:prstGeom>
        </p:spPr>
        <p:txBody>
          <a:bodyPr anchorCtr="0" anchor="t" bIns="164125" lIns="164125" spcFirstLastPara="1" rIns="164125" wrap="square" tIns="164125">
            <a:normAutofit/>
          </a:bodyPr>
          <a:lstStyle/>
          <a:p>
            <a:pPr indent="0" lvl="0" marL="0" rtl="0" algn="ctr">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9"/>
          <p:cNvSpPr/>
          <p:nvPr/>
        </p:nvSpPr>
        <p:spPr>
          <a:xfrm>
            <a:off x="13623375" y="843400"/>
            <a:ext cx="2893800" cy="3401100"/>
          </a:xfrm>
          <a:prstGeom prst="ellipse">
            <a:avLst/>
          </a:prstGeom>
          <a:solidFill>
            <a:srgbClr val="FF99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t>Printable Worksheet</a:t>
            </a:r>
            <a:endParaRPr sz="2100"/>
          </a:p>
        </p:txBody>
      </p:sp>
      <p:pic>
        <p:nvPicPr>
          <p:cNvPr id="201" name="Google Shape;201;p39"/>
          <p:cNvPicPr preferRelativeResize="0"/>
          <p:nvPr/>
        </p:nvPicPr>
        <p:blipFill>
          <a:blip r:embed="rId3">
            <a:alphaModFix/>
          </a:blip>
          <a:stretch>
            <a:fillRect/>
          </a:stretch>
        </p:blipFill>
        <p:spPr>
          <a:xfrm>
            <a:off x="304800" y="1766275"/>
            <a:ext cx="13318574" cy="751771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C232"/>
        </a:solidFill>
      </p:bgPr>
    </p:bg>
    <p:spTree>
      <p:nvGrpSpPr>
        <p:cNvPr id="205" name="Shape 205"/>
        <p:cNvGrpSpPr/>
        <p:nvPr/>
      </p:nvGrpSpPr>
      <p:grpSpPr>
        <a:xfrm>
          <a:off x="0" y="0"/>
          <a:ext cx="0" cy="0"/>
          <a:chOff x="0" y="0"/>
          <a:chExt cx="0" cy="0"/>
        </a:xfrm>
      </p:grpSpPr>
      <p:sp>
        <p:nvSpPr>
          <p:cNvPr id="206" name="Google Shape;206;p40"/>
          <p:cNvSpPr txBox="1"/>
          <p:nvPr>
            <p:ph type="ctrTitle"/>
          </p:nvPr>
        </p:nvSpPr>
        <p:spPr>
          <a:xfrm>
            <a:off x="515423" y="3212589"/>
            <a:ext cx="14089200" cy="4266900"/>
          </a:xfrm>
          <a:prstGeom prst="rect">
            <a:avLst/>
          </a:prstGeom>
        </p:spPr>
        <p:txBody>
          <a:bodyPr anchorCtr="0" anchor="b" bIns="164125" lIns="164125" spcFirstLastPara="1" rIns="164125" wrap="square" tIns="164125">
            <a:normAutofit/>
          </a:bodyPr>
          <a:lstStyle/>
          <a:p>
            <a:pPr indent="0" lvl="0" marL="0" rtl="0" algn="ctr">
              <a:spcBef>
                <a:spcPts val="0"/>
              </a:spcBef>
              <a:spcAft>
                <a:spcPts val="0"/>
              </a:spcAft>
              <a:buNone/>
            </a:pPr>
            <a:r>
              <a:rPr i="1" lang="en">
                <a:solidFill>
                  <a:schemeClr val="lt1"/>
                </a:solidFill>
              </a:rPr>
              <a:t>How has being a mother changed who I am?</a:t>
            </a:r>
            <a:endParaRPr i="1">
              <a:solidFill>
                <a:schemeClr val="lt1"/>
              </a:solidFill>
            </a:endParaRPr>
          </a:p>
        </p:txBody>
      </p:sp>
      <p:sp>
        <p:nvSpPr>
          <p:cNvPr id="207" name="Google Shape;207;p40"/>
          <p:cNvSpPr/>
          <p:nvPr/>
        </p:nvSpPr>
        <p:spPr>
          <a:xfrm>
            <a:off x="1228376" y="2750225"/>
            <a:ext cx="12950700" cy="5647500"/>
          </a:xfrm>
          <a:prstGeom prst="wedgeRoundRectCallout">
            <a:avLst>
              <a:gd fmla="val -20833" name="adj1"/>
              <a:gd fmla="val 62500" name="adj2"/>
              <a:gd fmla="val 0" name="adj3"/>
            </a:avLst>
          </a:prstGeom>
          <a:noFill/>
          <a:ln cap="flat" cmpd="sng" w="9525">
            <a:solidFill>
              <a:srgbClr val="FFFFFF"/>
            </a:solidFill>
            <a:prstDash val="solid"/>
            <a:round/>
            <a:headEnd len="sm" w="sm" type="none"/>
            <a:tailEnd len="sm" w="sm" type="none"/>
          </a:ln>
          <a:effectLst>
            <a:outerShdw blurRad="571500" rotWithShape="0" algn="bl" dir="5400000" dist="133350">
              <a:srgbClr val="F3F3F3">
                <a:alpha val="50000"/>
              </a:srgbClr>
            </a:outerShdw>
          </a:effectLst>
        </p:spPr>
        <p:txBody>
          <a:bodyPr anchorCtr="0" anchor="ctr" bIns="164125" lIns="164125" spcFirstLastPara="1" rIns="164125" wrap="square" tIns="164125">
            <a:noAutofit/>
          </a:bodyPr>
          <a:lstStyle/>
          <a:p>
            <a:pPr indent="0" lvl="0" marL="0" rtl="0" algn="l">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1" name="Shape 211"/>
        <p:cNvGrpSpPr/>
        <p:nvPr/>
      </p:nvGrpSpPr>
      <p:grpSpPr>
        <a:xfrm>
          <a:off x="0" y="0"/>
          <a:ext cx="0" cy="0"/>
          <a:chOff x="0" y="0"/>
          <a:chExt cx="0" cy="0"/>
        </a:xfrm>
      </p:grpSpPr>
      <p:sp>
        <p:nvSpPr>
          <p:cNvPr id="212" name="Google Shape;212;p41"/>
          <p:cNvSpPr txBox="1"/>
          <p:nvPr>
            <p:ph type="title"/>
          </p:nvPr>
        </p:nvSpPr>
        <p:spPr>
          <a:xfrm>
            <a:off x="515409" y="925091"/>
            <a:ext cx="14089200" cy="1190400"/>
          </a:xfrm>
          <a:prstGeom prst="rect">
            <a:avLst/>
          </a:prstGeom>
        </p:spPr>
        <p:txBody>
          <a:bodyPr anchorCtr="0" anchor="t" bIns="164125" lIns="164125" spcFirstLastPara="1" rIns="164125" wrap="square" tIns="164125">
            <a:normAutofit/>
          </a:bodyPr>
          <a:lstStyle/>
          <a:p>
            <a:pPr indent="0" lvl="0" marL="0" rtl="0" algn="l">
              <a:spcBef>
                <a:spcPts val="0"/>
              </a:spcBef>
              <a:spcAft>
                <a:spcPts val="0"/>
              </a:spcAft>
              <a:buNone/>
            </a:pPr>
            <a:r>
              <a:t/>
            </a:r>
            <a:endParaRPr/>
          </a:p>
        </p:txBody>
      </p:sp>
      <p:sp>
        <p:nvSpPr>
          <p:cNvPr id="213" name="Google Shape;213;p41"/>
          <p:cNvSpPr txBox="1"/>
          <p:nvPr>
            <p:ph idx="1" type="body"/>
          </p:nvPr>
        </p:nvSpPr>
        <p:spPr>
          <a:xfrm>
            <a:off x="515409" y="2395696"/>
            <a:ext cx="14089200" cy="7101900"/>
          </a:xfrm>
          <a:prstGeom prst="rect">
            <a:avLst/>
          </a:prstGeom>
        </p:spPr>
        <p:txBody>
          <a:bodyPr anchorCtr="0" anchor="t" bIns="164125" lIns="164125" spcFirstLastPara="1" rIns="164125" wrap="square" tIns="164125">
            <a:normAutofit/>
          </a:bodyPr>
          <a:lstStyle/>
          <a:p>
            <a:pPr indent="0" lvl="0" marL="0" rtl="0" algn="l">
              <a:spcBef>
                <a:spcPts val="0"/>
              </a:spcBef>
              <a:spcAft>
                <a:spcPts val="0"/>
              </a:spcAft>
              <a:buNone/>
            </a:pPr>
            <a:r>
              <a:rPr lang="en"/>
              <a:t>Matrescence is both oppressive and liberating in nature. It is an experience of disorientation and reorientation marked by an acceleration of changes in multiple domains: physical (changes in the body, hormonal fluctuations); psychological (e.g., identity, personality, defensive structure, self-esteem); social (e.g., re-evaluation of friendships, the forgiveness of loved ones, gains in social status, or loss of professional status), and spiritual (e.g., existential questioning, re-commitment to faith, increased religious/spiritual practices).</a:t>
            </a:r>
            <a:endParaRPr/>
          </a:p>
          <a:p>
            <a:pPr indent="0" lvl="0" marL="0" rtl="0" algn="l">
              <a:spcBef>
                <a:spcPts val="2200"/>
              </a:spcBef>
              <a:spcAft>
                <a:spcPts val="2200"/>
              </a:spcAft>
              <a:buNone/>
            </a:pPr>
            <a:r>
              <a:rPr lang="en"/>
              <a:t>Dr Aurelie Athan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42"/>
          <p:cNvSpPr txBox="1"/>
          <p:nvPr>
            <p:ph type="title"/>
          </p:nvPr>
        </p:nvSpPr>
        <p:spPr>
          <a:xfrm>
            <a:off x="515409" y="925091"/>
            <a:ext cx="14089200" cy="1190400"/>
          </a:xfrm>
          <a:prstGeom prst="rect">
            <a:avLst/>
          </a:prstGeom>
        </p:spPr>
        <p:txBody>
          <a:bodyPr anchorCtr="0" anchor="t" bIns="164125" lIns="164125" spcFirstLastPara="1" rIns="164125" wrap="square" tIns="164125">
            <a:normAutofit/>
          </a:bodyPr>
          <a:lstStyle/>
          <a:p>
            <a:pPr indent="0" lvl="0" marL="0" rtl="0" algn="l">
              <a:spcBef>
                <a:spcPts val="0"/>
              </a:spcBef>
              <a:spcAft>
                <a:spcPts val="0"/>
              </a:spcAft>
              <a:buNone/>
            </a:pPr>
            <a:r>
              <a:rPr lang="en"/>
              <a:t>Mama: What’s your story then?</a:t>
            </a:r>
            <a:endParaRPr/>
          </a:p>
        </p:txBody>
      </p:sp>
      <p:grpSp>
        <p:nvGrpSpPr>
          <p:cNvPr id="219" name="Google Shape;219;p42"/>
          <p:cNvGrpSpPr/>
          <p:nvPr/>
        </p:nvGrpSpPr>
        <p:grpSpPr>
          <a:xfrm>
            <a:off x="2628900" y="3044326"/>
            <a:ext cx="9861803" cy="7647485"/>
            <a:chOff x="1589900" y="1017725"/>
            <a:chExt cx="5964199" cy="3678975"/>
          </a:xfrm>
        </p:grpSpPr>
        <p:pic>
          <p:nvPicPr>
            <p:cNvPr id="220" name="Google Shape;220;p42"/>
            <p:cNvPicPr preferRelativeResize="0"/>
            <p:nvPr/>
          </p:nvPicPr>
          <p:blipFill rotWithShape="1">
            <a:blip r:embed="rId3">
              <a:alphaModFix/>
            </a:blip>
            <a:srcRect b="8009" l="2990" r="1471" t="8816"/>
            <a:stretch/>
          </p:blipFill>
          <p:spPr>
            <a:xfrm>
              <a:off x="1589900" y="1017725"/>
              <a:ext cx="5964199" cy="3678975"/>
            </a:xfrm>
            <a:prstGeom prst="rect">
              <a:avLst/>
            </a:prstGeom>
            <a:noFill/>
            <a:ln>
              <a:noFill/>
            </a:ln>
          </p:spPr>
        </p:pic>
        <p:grpSp>
          <p:nvGrpSpPr>
            <p:cNvPr id="221" name="Google Shape;221;p42"/>
            <p:cNvGrpSpPr/>
            <p:nvPr/>
          </p:nvGrpSpPr>
          <p:grpSpPr>
            <a:xfrm>
              <a:off x="5400576" y="1429121"/>
              <a:ext cx="1002274" cy="900442"/>
              <a:chOff x="-1581150" y="678423"/>
              <a:chExt cx="1305554" cy="1305177"/>
            </a:xfrm>
          </p:grpSpPr>
          <p:pic>
            <p:nvPicPr>
              <p:cNvPr id="222" name="Google Shape;222;p42"/>
              <p:cNvPicPr preferRelativeResize="0"/>
              <p:nvPr/>
            </p:nvPicPr>
            <p:blipFill>
              <a:blip r:embed="rId4">
                <a:alphaModFix/>
              </a:blip>
              <a:stretch>
                <a:fillRect/>
              </a:stretch>
            </p:blipFill>
            <p:spPr>
              <a:xfrm>
                <a:off x="-1581150" y="702475"/>
                <a:ext cx="1305554" cy="1281125"/>
              </a:xfrm>
              <a:prstGeom prst="rect">
                <a:avLst/>
              </a:prstGeom>
              <a:noFill/>
              <a:ln>
                <a:noFill/>
              </a:ln>
            </p:spPr>
          </p:pic>
          <p:sp>
            <p:nvSpPr>
              <p:cNvPr id="223" name="Google Shape;223;p42"/>
              <p:cNvSpPr txBox="1"/>
              <p:nvPr/>
            </p:nvSpPr>
            <p:spPr>
              <a:xfrm>
                <a:off x="-1514123" y="678423"/>
                <a:ext cx="1171500" cy="1231500"/>
              </a:xfrm>
              <a:prstGeom prst="rect">
                <a:avLst/>
              </a:prstGeom>
              <a:noFill/>
              <a:ln>
                <a:noFill/>
              </a:ln>
            </p:spPr>
            <p:txBody>
              <a:bodyPr anchorCtr="0" anchor="ctr" bIns="124550" lIns="124550" spcFirstLastPara="1" rIns="124550" wrap="square" tIns="124550">
                <a:noAutofit/>
              </a:bodyPr>
              <a:lstStyle/>
              <a:p>
                <a:pPr indent="0" lvl="0" marL="25400" rtl="0" algn="ctr">
                  <a:spcBef>
                    <a:spcPts val="0"/>
                  </a:spcBef>
                  <a:spcAft>
                    <a:spcPts val="0"/>
                  </a:spcAft>
                  <a:buNone/>
                </a:pPr>
                <a:r>
                  <a:rPr lang="en" sz="1400">
                    <a:solidFill>
                      <a:schemeClr val="dk1"/>
                    </a:solidFill>
                    <a:latin typeface="Proxima Nova"/>
                    <a:ea typeface="Proxima Nova"/>
                    <a:cs typeface="Proxima Nova"/>
                    <a:sym typeface="Proxima Nova"/>
                  </a:rPr>
                  <a:t>Roles &amp; </a:t>
                </a:r>
                <a:r>
                  <a:rPr lang="en" sz="1400">
                    <a:solidFill>
                      <a:schemeClr val="dk1"/>
                    </a:solidFill>
                    <a:latin typeface="Proxima Nova"/>
                    <a:ea typeface="Proxima Nova"/>
                    <a:cs typeface="Proxima Nova"/>
                    <a:sym typeface="Proxima Nova"/>
                  </a:rPr>
                  <a:t>Responsibilities</a:t>
                </a:r>
                <a:endParaRPr sz="1400">
                  <a:solidFill>
                    <a:schemeClr val="dk1"/>
                  </a:solidFill>
                  <a:latin typeface="Proxima Nova"/>
                  <a:ea typeface="Proxima Nova"/>
                  <a:cs typeface="Proxima Nova"/>
                  <a:sym typeface="Proxima Nova"/>
                </a:endParaRPr>
              </a:p>
            </p:txBody>
          </p:sp>
        </p:grpSp>
        <p:grpSp>
          <p:nvGrpSpPr>
            <p:cNvPr id="224" name="Google Shape;224;p42"/>
            <p:cNvGrpSpPr/>
            <p:nvPr/>
          </p:nvGrpSpPr>
          <p:grpSpPr>
            <a:xfrm>
              <a:off x="6501026" y="1461246"/>
              <a:ext cx="1002274" cy="900442"/>
              <a:chOff x="-1581150" y="678423"/>
              <a:chExt cx="1305554" cy="1305177"/>
            </a:xfrm>
          </p:grpSpPr>
          <p:pic>
            <p:nvPicPr>
              <p:cNvPr id="225" name="Google Shape;225;p42"/>
              <p:cNvPicPr preferRelativeResize="0"/>
              <p:nvPr/>
            </p:nvPicPr>
            <p:blipFill>
              <a:blip r:embed="rId4">
                <a:alphaModFix/>
              </a:blip>
              <a:stretch>
                <a:fillRect/>
              </a:stretch>
            </p:blipFill>
            <p:spPr>
              <a:xfrm>
                <a:off x="-1581150" y="702475"/>
                <a:ext cx="1305554" cy="1281125"/>
              </a:xfrm>
              <a:prstGeom prst="rect">
                <a:avLst/>
              </a:prstGeom>
              <a:noFill/>
              <a:ln>
                <a:noFill/>
              </a:ln>
            </p:spPr>
          </p:pic>
          <p:sp>
            <p:nvSpPr>
              <p:cNvPr id="226" name="Google Shape;226;p42"/>
              <p:cNvSpPr txBox="1"/>
              <p:nvPr/>
            </p:nvSpPr>
            <p:spPr>
              <a:xfrm>
                <a:off x="-1514123" y="678423"/>
                <a:ext cx="1171500" cy="1231500"/>
              </a:xfrm>
              <a:prstGeom prst="rect">
                <a:avLst/>
              </a:prstGeom>
              <a:noFill/>
              <a:ln>
                <a:noFill/>
              </a:ln>
            </p:spPr>
            <p:txBody>
              <a:bodyPr anchorCtr="0" anchor="ctr" bIns="124550" lIns="124550" spcFirstLastPara="1" rIns="124550" wrap="square" tIns="124550">
                <a:noAutofit/>
              </a:bodyPr>
              <a:lstStyle/>
              <a:p>
                <a:pPr indent="0" lvl="0" marL="25400" rtl="0" algn="ctr">
                  <a:spcBef>
                    <a:spcPts val="0"/>
                  </a:spcBef>
                  <a:spcAft>
                    <a:spcPts val="0"/>
                  </a:spcAft>
                  <a:buNone/>
                </a:pPr>
                <a:r>
                  <a:rPr lang="en" sz="1400">
                    <a:solidFill>
                      <a:schemeClr val="dk1"/>
                    </a:solidFill>
                    <a:latin typeface="Proxima Nova"/>
                    <a:ea typeface="Proxima Nova"/>
                    <a:cs typeface="Proxima Nova"/>
                    <a:sym typeface="Proxima Nova"/>
                  </a:rPr>
                  <a:t>Results</a:t>
                </a:r>
                <a:endParaRPr sz="1400">
                  <a:solidFill>
                    <a:schemeClr val="dk1"/>
                  </a:solidFill>
                  <a:latin typeface="Proxima Nova"/>
                  <a:ea typeface="Proxima Nova"/>
                  <a:cs typeface="Proxima Nova"/>
                  <a:sym typeface="Proxima Nova"/>
                </a:endParaRPr>
              </a:p>
            </p:txBody>
          </p:sp>
        </p:grpSp>
        <p:grpSp>
          <p:nvGrpSpPr>
            <p:cNvPr id="227" name="Google Shape;227;p42"/>
            <p:cNvGrpSpPr/>
            <p:nvPr/>
          </p:nvGrpSpPr>
          <p:grpSpPr>
            <a:xfrm>
              <a:off x="4134726" y="1429121"/>
              <a:ext cx="1002274" cy="900442"/>
              <a:chOff x="-1581150" y="678423"/>
              <a:chExt cx="1305554" cy="1305177"/>
            </a:xfrm>
          </p:grpSpPr>
          <p:pic>
            <p:nvPicPr>
              <p:cNvPr id="228" name="Google Shape;228;p42"/>
              <p:cNvPicPr preferRelativeResize="0"/>
              <p:nvPr/>
            </p:nvPicPr>
            <p:blipFill>
              <a:blip r:embed="rId4">
                <a:alphaModFix/>
              </a:blip>
              <a:stretch>
                <a:fillRect/>
              </a:stretch>
            </p:blipFill>
            <p:spPr>
              <a:xfrm>
                <a:off x="-1581150" y="702475"/>
                <a:ext cx="1305554" cy="1281125"/>
              </a:xfrm>
              <a:prstGeom prst="rect">
                <a:avLst/>
              </a:prstGeom>
              <a:noFill/>
              <a:ln>
                <a:noFill/>
              </a:ln>
            </p:spPr>
          </p:pic>
          <p:sp>
            <p:nvSpPr>
              <p:cNvPr id="229" name="Google Shape;229;p42"/>
              <p:cNvSpPr txBox="1"/>
              <p:nvPr/>
            </p:nvSpPr>
            <p:spPr>
              <a:xfrm>
                <a:off x="-1514123" y="678423"/>
                <a:ext cx="1171500" cy="1231500"/>
              </a:xfrm>
              <a:prstGeom prst="rect">
                <a:avLst/>
              </a:prstGeom>
              <a:noFill/>
              <a:ln>
                <a:noFill/>
              </a:ln>
            </p:spPr>
            <p:txBody>
              <a:bodyPr anchorCtr="0" anchor="ctr" bIns="124550" lIns="124550" spcFirstLastPara="1" rIns="124550" wrap="square" tIns="124550">
                <a:noAutofit/>
              </a:bodyPr>
              <a:lstStyle/>
              <a:p>
                <a:pPr indent="0" lvl="0" marL="25400" rtl="0" algn="ctr">
                  <a:spcBef>
                    <a:spcPts val="0"/>
                  </a:spcBef>
                  <a:spcAft>
                    <a:spcPts val="0"/>
                  </a:spcAft>
                  <a:buNone/>
                </a:pPr>
                <a:r>
                  <a:rPr lang="en" sz="1400">
                    <a:solidFill>
                      <a:schemeClr val="dk1"/>
                    </a:solidFill>
                    <a:latin typeface="Proxima Nova"/>
                    <a:ea typeface="Proxima Nova"/>
                    <a:cs typeface="Proxima Nova"/>
                    <a:sym typeface="Proxima Nova"/>
                  </a:rPr>
                  <a:t>Events</a:t>
                </a:r>
                <a:endParaRPr sz="1400">
                  <a:solidFill>
                    <a:schemeClr val="dk1"/>
                  </a:solidFill>
                  <a:latin typeface="Proxima Nova"/>
                  <a:ea typeface="Proxima Nova"/>
                  <a:cs typeface="Proxima Nova"/>
                  <a:sym typeface="Proxima Nova"/>
                </a:endParaRPr>
              </a:p>
            </p:txBody>
          </p:sp>
        </p:grpSp>
      </p:grpSp>
      <p:sp>
        <p:nvSpPr>
          <p:cNvPr id="230" name="Google Shape;230;p42"/>
          <p:cNvSpPr/>
          <p:nvPr/>
        </p:nvSpPr>
        <p:spPr>
          <a:xfrm>
            <a:off x="13623375" y="843400"/>
            <a:ext cx="2893800" cy="3401100"/>
          </a:xfrm>
          <a:prstGeom prst="ellipse">
            <a:avLst/>
          </a:prstGeom>
          <a:solidFill>
            <a:srgbClr val="FF99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t>Printable Worksheet</a:t>
            </a:r>
            <a:endParaRPr sz="21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34" name="Shape 234"/>
        <p:cNvGrpSpPr/>
        <p:nvPr/>
      </p:nvGrpSpPr>
      <p:grpSpPr>
        <a:xfrm>
          <a:off x="0" y="0"/>
          <a:ext cx="0" cy="0"/>
          <a:chOff x="0" y="0"/>
          <a:chExt cx="0" cy="0"/>
        </a:xfrm>
      </p:grpSpPr>
      <p:sp>
        <p:nvSpPr>
          <p:cNvPr id="235" name="Google Shape;235;p43"/>
          <p:cNvSpPr txBox="1"/>
          <p:nvPr>
            <p:ph type="ctrTitle"/>
          </p:nvPr>
        </p:nvSpPr>
        <p:spPr>
          <a:xfrm>
            <a:off x="515423" y="1547778"/>
            <a:ext cx="14089200" cy="4266900"/>
          </a:xfrm>
          <a:prstGeom prst="rect">
            <a:avLst/>
          </a:prstGeom>
        </p:spPr>
        <p:txBody>
          <a:bodyPr anchorCtr="0" anchor="b" bIns="166075" lIns="166075" spcFirstLastPara="1" rIns="166075" wrap="square" tIns="166075">
            <a:noAutofit/>
          </a:bodyPr>
          <a:lstStyle/>
          <a:p>
            <a:pPr indent="0" lvl="0" marL="0" rtl="0" algn="ctr">
              <a:spcBef>
                <a:spcPts val="0"/>
              </a:spcBef>
              <a:spcAft>
                <a:spcPts val="0"/>
              </a:spcAft>
              <a:buNone/>
            </a:pPr>
            <a:r>
              <a:rPr lang="en">
                <a:solidFill>
                  <a:srgbClr val="FFFFFF"/>
                </a:solidFill>
              </a:rPr>
              <a:t>[Share back point]</a:t>
            </a:r>
            <a:endParaRPr>
              <a:solidFill>
                <a:srgbClr val="FFFFFF"/>
              </a:solidFill>
            </a:endParaRPr>
          </a:p>
        </p:txBody>
      </p:sp>
      <p:sp>
        <p:nvSpPr>
          <p:cNvPr id="236" name="Google Shape;236;p43"/>
          <p:cNvSpPr txBox="1"/>
          <p:nvPr>
            <p:ph idx="1" type="subTitle"/>
          </p:nvPr>
        </p:nvSpPr>
        <p:spPr>
          <a:xfrm>
            <a:off x="515409" y="5891409"/>
            <a:ext cx="14089200" cy="1647600"/>
          </a:xfrm>
          <a:prstGeom prst="rect">
            <a:avLst/>
          </a:prstGeom>
        </p:spPr>
        <p:txBody>
          <a:bodyPr anchorCtr="0" anchor="t" bIns="166075" lIns="166075" spcFirstLastPara="1" rIns="166075" wrap="square" tIns="166075">
            <a:noAutofit/>
          </a:bodyPr>
          <a:lstStyle/>
          <a:p>
            <a:pPr indent="0" lvl="0" marL="0" rtl="0" algn="ctr">
              <a:spcBef>
                <a:spcPts val="0"/>
              </a:spcBef>
              <a:spcAft>
                <a:spcPts val="0"/>
              </a:spcAft>
              <a:buNone/>
            </a:pPr>
            <a:r>
              <a:rPr lang="en"/>
              <a:t>screenshot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44"/>
          <p:cNvSpPr txBox="1"/>
          <p:nvPr>
            <p:ph idx="4294967295" type="title"/>
          </p:nvPr>
        </p:nvSpPr>
        <p:spPr>
          <a:xfrm>
            <a:off x="515409" y="925091"/>
            <a:ext cx="14089200" cy="1190400"/>
          </a:xfrm>
          <a:prstGeom prst="rect">
            <a:avLst/>
          </a:prstGeom>
        </p:spPr>
        <p:txBody>
          <a:bodyPr anchorCtr="0" anchor="t" bIns="164125" lIns="164125" spcFirstLastPara="1" rIns="164125" wrap="square" tIns="164125">
            <a:normAutofit/>
          </a:bodyPr>
          <a:lstStyle/>
          <a:p>
            <a:pPr indent="0" lvl="0" marL="0" rtl="0" algn="l">
              <a:spcBef>
                <a:spcPts val="0"/>
              </a:spcBef>
              <a:spcAft>
                <a:spcPts val="0"/>
              </a:spcAft>
              <a:buNone/>
            </a:pPr>
            <a:r>
              <a:rPr lang="en"/>
              <a:t>Work</a:t>
            </a:r>
            <a:r>
              <a:rPr lang="en"/>
              <a:t>view reflection</a:t>
            </a:r>
            <a:endParaRPr/>
          </a:p>
        </p:txBody>
      </p:sp>
      <p:pic>
        <p:nvPicPr>
          <p:cNvPr id="242" name="Google Shape;242;p44"/>
          <p:cNvPicPr preferRelativeResize="0"/>
          <p:nvPr/>
        </p:nvPicPr>
        <p:blipFill rotWithShape="1">
          <a:blip r:embed="rId3">
            <a:alphaModFix/>
          </a:blip>
          <a:srcRect b="33886" l="8858" r="7968" t="30589"/>
          <a:stretch/>
        </p:blipFill>
        <p:spPr>
          <a:xfrm>
            <a:off x="378150" y="3240525"/>
            <a:ext cx="14363700" cy="6134475"/>
          </a:xfrm>
          <a:prstGeom prst="rect">
            <a:avLst/>
          </a:prstGeom>
          <a:noFill/>
          <a:ln>
            <a:noFill/>
          </a:ln>
        </p:spPr>
      </p:pic>
      <p:sp>
        <p:nvSpPr>
          <p:cNvPr id="243" name="Google Shape;243;p44"/>
          <p:cNvSpPr/>
          <p:nvPr/>
        </p:nvSpPr>
        <p:spPr>
          <a:xfrm>
            <a:off x="13623375" y="843400"/>
            <a:ext cx="2893800" cy="3401100"/>
          </a:xfrm>
          <a:prstGeom prst="ellipse">
            <a:avLst/>
          </a:prstGeom>
          <a:solidFill>
            <a:srgbClr val="FF99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t>Printable Worksheet</a:t>
            </a:r>
            <a:endParaRPr sz="21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45"/>
          <p:cNvSpPr txBox="1"/>
          <p:nvPr>
            <p:ph type="title"/>
          </p:nvPr>
        </p:nvSpPr>
        <p:spPr>
          <a:xfrm>
            <a:off x="515409" y="925091"/>
            <a:ext cx="14089200" cy="1190400"/>
          </a:xfrm>
          <a:prstGeom prst="rect">
            <a:avLst/>
          </a:prstGeom>
        </p:spPr>
        <p:txBody>
          <a:bodyPr anchorCtr="0" anchor="t" bIns="164125" lIns="164125" spcFirstLastPara="1" rIns="164125" wrap="square" tIns="164125">
            <a:normAutofit fontScale="90000"/>
          </a:bodyPr>
          <a:lstStyle/>
          <a:p>
            <a:pPr indent="0" lvl="0" marL="0" rtl="0" algn="l">
              <a:spcBef>
                <a:spcPts val="0"/>
              </a:spcBef>
              <a:spcAft>
                <a:spcPts val="0"/>
              </a:spcAft>
              <a:buNone/>
            </a:pPr>
            <a:r>
              <a:rPr lang="en"/>
              <a:t>Colleague, employee, manager, business owner</a:t>
            </a:r>
            <a:r>
              <a:rPr lang="en"/>
              <a:t>: </a:t>
            </a:r>
            <a:br>
              <a:rPr lang="en"/>
            </a:br>
            <a:r>
              <a:rPr lang="en"/>
              <a:t>What’s your story?</a:t>
            </a:r>
            <a:endParaRPr/>
          </a:p>
        </p:txBody>
      </p:sp>
      <p:grpSp>
        <p:nvGrpSpPr>
          <p:cNvPr id="249" name="Google Shape;249;p45"/>
          <p:cNvGrpSpPr/>
          <p:nvPr/>
        </p:nvGrpSpPr>
        <p:grpSpPr>
          <a:xfrm>
            <a:off x="2628900" y="3468597"/>
            <a:ext cx="9861803" cy="7647485"/>
            <a:chOff x="1589900" y="1017725"/>
            <a:chExt cx="5964199" cy="3678975"/>
          </a:xfrm>
        </p:grpSpPr>
        <p:pic>
          <p:nvPicPr>
            <p:cNvPr id="250" name="Google Shape;250;p45"/>
            <p:cNvPicPr preferRelativeResize="0"/>
            <p:nvPr/>
          </p:nvPicPr>
          <p:blipFill rotWithShape="1">
            <a:blip r:embed="rId3">
              <a:alphaModFix/>
            </a:blip>
            <a:srcRect b="8009" l="2990" r="1471" t="8816"/>
            <a:stretch/>
          </p:blipFill>
          <p:spPr>
            <a:xfrm>
              <a:off x="1589900" y="1017725"/>
              <a:ext cx="5964199" cy="3678975"/>
            </a:xfrm>
            <a:prstGeom prst="rect">
              <a:avLst/>
            </a:prstGeom>
            <a:noFill/>
            <a:ln>
              <a:noFill/>
            </a:ln>
          </p:spPr>
        </p:pic>
        <p:grpSp>
          <p:nvGrpSpPr>
            <p:cNvPr id="251" name="Google Shape;251;p45"/>
            <p:cNvGrpSpPr/>
            <p:nvPr/>
          </p:nvGrpSpPr>
          <p:grpSpPr>
            <a:xfrm>
              <a:off x="5400576" y="1429121"/>
              <a:ext cx="1002274" cy="900442"/>
              <a:chOff x="-1581150" y="678423"/>
              <a:chExt cx="1305554" cy="1305177"/>
            </a:xfrm>
          </p:grpSpPr>
          <p:pic>
            <p:nvPicPr>
              <p:cNvPr id="252" name="Google Shape;252;p45"/>
              <p:cNvPicPr preferRelativeResize="0"/>
              <p:nvPr/>
            </p:nvPicPr>
            <p:blipFill>
              <a:blip r:embed="rId4">
                <a:alphaModFix/>
              </a:blip>
              <a:stretch>
                <a:fillRect/>
              </a:stretch>
            </p:blipFill>
            <p:spPr>
              <a:xfrm>
                <a:off x="-1581150" y="702475"/>
                <a:ext cx="1305554" cy="1281125"/>
              </a:xfrm>
              <a:prstGeom prst="rect">
                <a:avLst/>
              </a:prstGeom>
              <a:noFill/>
              <a:ln>
                <a:noFill/>
              </a:ln>
            </p:spPr>
          </p:pic>
          <p:sp>
            <p:nvSpPr>
              <p:cNvPr id="253" name="Google Shape;253;p45"/>
              <p:cNvSpPr txBox="1"/>
              <p:nvPr/>
            </p:nvSpPr>
            <p:spPr>
              <a:xfrm>
                <a:off x="-1514123" y="678423"/>
                <a:ext cx="1171500" cy="1231500"/>
              </a:xfrm>
              <a:prstGeom prst="rect">
                <a:avLst/>
              </a:prstGeom>
              <a:noFill/>
              <a:ln>
                <a:noFill/>
              </a:ln>
            </p:spPr>
            <p:txBody>
              <a:bodyPr anchorCtr="0" anchor="ctr" bIns="124550" lIns="124550" spcFirstLastPara="1" rIns="124550" wrap="square" tIns="124550">
                <a:noAutofit/>
              </a:bodyPr>
              <a:lstStyle/>
              <a:p>
                <a:pPr indent="0" lvl="0" marL="25400" rtl="0" algn="ctr">
                  <a:spcBef>
                    <a:spcPts val="0"/>
                  </a:spcBef>
                  <a:spcAft>
                    <a:spcPts val="0"/>
                  </a:spcAft>
                  <a:buNone/>
                </a:pPr>
                <a:r>
                  <a:rPr lang="en" sz="1400">
                    <a:solidFill>
                      <a:schemeClr val="dk1"/>
                    </a:solidFill>
                    <a:latin typeface="Proxima Nova"/>
                    <a:ea typeface="Proxima Nova"/>
                    <a:cs typeface="Proxima Nova"/>
                    <a:sym typeface="Proxima Nova"/>
                  </a:rPr>
                  <a:t>Roles &amp; Responsibilities</a:t>
                </a:r>
                <a:endParaRPr sz="1400">
                  <a:solidFill>
                    <a:schemeClr val="dk1"/>
                  </a:solidFill>
                  <a:latin typeface="Proxima Nova"/>
                  <a:ea typeface="Proxima Nova"/>
                  <a:cs typeface="Proxima Nova"/>
                  <a:sym typeface="Proxima Nova"/>
                </a:endParaRPr>
              </a:p>
            </p:txBody>
          </p:sp>
        </p:grpSp>
        <p:grpSp>
          <p:nvGrpSpPr>
            <p:cNvPr id="254" name="Google Shape;254;p45"/>
            <p:cNvGrpSpPr/>
            <p:nvPr/>
          </p:nvGrpSpPr>
          <p:grpSpPr>
            <a:xfrm>
              <a:off x="6501026" y="1461246"/>
              <a:ext cx="1002274" cy="900442"/>
              <a:chOff x="-1581150" y="678423"/>
              <a:chExt cx="1305554" cy="1305177"/>
            </a:xfrm>
          </p:grpSpPr>
          <p:pic>
            <p:nvPicPr>
              <p:cNvPr id="255" name="Google Shape;255;p45"/>
              <p:cNvPicPr preferRelativeResize="0"/>
              <p:nvPr/>
            </p:nvPicPr>
            <p:blipFill>
              <a:blip r:embed="rId4">
                <a:alphaModFix/>
              </a:blip>
              <a:stretch>
                <a:fillRect/>
              </a:stretch>
            </p:blipFill>
            <p:spPr>
              <a:xfrm>
                <a:off x="-1581150" y="702475"/>
                <a:ext cx="1305554" cy="1281125"/>
              </a:xfrm>
              <a:prstGeom prst="rect">
                <a:avLst/>
              </a:prstGeom>
              <a:noFill/>
              <a:ln>
                <a:noFill/>
              </a:ln>
            </p:spPr>
          </p:pic>
          <p:sp>
            <p:nvSpPr>
              <p:cNvPr id="256" name="Google Shape;256;p45"/>
              <p:cNvSpPr txBox="1"/>
              <p:nvPr/>
            </p:nvSpPr>
            <p:spPr>
              <a:xfrm>
                <a:off x="-1514123" y="678423"/>
                <a:ext cx="1171500" cy="1231500"/>
              </a:xfrm>
              <a:prstGeom prst="rect">
                <a:avLst/>
              </a:prstGeom>
              <a:noFill/>
              <a:ln>
                <a:noFill/>
              </a:ln>
            </p:spPr>
            <p:txBody>
              <a:bodyPr anchorCtr="0" anchor="ctr" bIns="124550" lIns="124550" spcFirstLastPara="1" rIns="124550" wrap="square" tIns="124550">
                <a:noAutofit/>
              </a:bodyPr>
              <a:lstStyle/>
              <a:p>
                <a:pPr indent="0" lvl="0" marL="25400" rtl="0" algn="ctr">
                  <a:spcBef>
                    <a:spcPts val="0"/>
                  </a:spcBef>
                  <a:spcAft>
                    <a:spcPts val="0"/>
                  </a:spcAft>
                  <a:buNone/>
                </a:pPr>
                <a:r>
                  <a:rPr lang="en" sz="1400">
                    <a:solidFill>
                      <a:schemeClr val="dk1"/>
                    </a:solidFill>
                    <a:latin typeface="Proxima Nova"/>
                    <a:ea typeface="Proxima Nova"/>
                    <a:cs typeface="Proxima Nova"/>
                    <a:sym typeface="Proxima Nova"/>
                  </a:rPr>
                  <a:t>Results</a:t>
                </a:r>
                <a:endParaRPr sz="1400">
                  <a:solidFill>
                    <a:schemeClr val="dk1"/>
                  </a:solidFill>
                  <a:latin typeface="Proxima Nova"/>
                  <a:ea typeface="Proxima Nova"/>
                  <a:cs typeface="Proxima Nova"/>
                  <a:sym typeface="Proxima Nova"/>
                </a:endParaRPr>
              </a:p>
            </p:txBody>
          </p:sp>
        </p:grpSp>
        <p:grpSp>
          <p:nvGrpSpPr>
            <p:cNvPr id="257" name="Google Shape;257;p45"/>
            <p:cNvGrpSpPr/>
            <p:nvPr/>
          </p:nvGrpSpPr>
          <p:grpSpPr>
            <a:xfrm>
              <a:off x="4134726" y="1429121"/>
              <a:ext cx="1002274" cy="900442"/>
              <a:chOff x="-1581150" y="678423"/>
              <a:chExt cx="1305554" cy="1305177"/>
            </a:xfrm>
          </p:grpSpPr>
          <p:pic>
            <p:nvPicPr>
              <p:cNvPr id="258" name="Google Shape;258;p45"/>
              <p:cNvPicPr preferRelativeResize="0"/>
              <p:nvPr/>
            </p:nvPicPr>
            <p:blipFill>
              <a:blip r:embed="rId4">
                <a:alphaModFix/>
              </a:blip>
              <a:stretch>
                <a:fillRect/>
              </a:stretch>
            </p:blipFill>
            <p:spPr>
              <a:xfrm>
                <a:off x="-1581150" y="702475"/>
                <a:ext cx="1305554" cy="1281125"/>
              </a:xfrm>
              <a:prstGeom prst="rect">
                <a:avLst/>
              </a:prstGeom>
              <a:noFill/>
              <a:ln>
                <a:noFill/>
              </a:ln>
            </p:spPr>
          </p:pic>
          <p:sp>
            <p:nvSpPr>
              <p:cNvPr id="259" name="Google Shape;259;p45"/>
              <p:cNvSpPr txBox="1"/>
              <p:nvPr/>
            </p:nvSpPr>
            <p:spPr>
              <a:xfrm>
                <a:off x="-1514123" y="678423"/>
                <a:ext cx="1171500" cy="1231500"/>
              </a:xfrm>
              <a:prstGeom prst="rect">
                <a:avLst/>
              </a:prstGeom>
              <a:noFill/>
              <a:ln>
                <a:noFill/>
              </a:ln>
            </p:spPr>
            <p:txBody>
              <a:bodyPr anchorCtr="0" anchor="ctr" bIns="124550" lIns="124550" spcFirstLastPara="1" rIns="124550" wrap="square" tIns="124550">
                <a:noAutofit/>
              </a:bodyPr>
              <a:lstStyle/>
              <a:p>
                <a:pPr indent="0" lvl="0" marL="25400" rtl="0" algn="ctr">
                  <a:spcBef>
                    <a:spcPts val="0"/>
                  </a:spcBef>
                  <a:spcAft>
                    <a:spcPts val="0"/>
                  </a:spcAft>
                  <a:buNone/>
                </a:pPr>
                <a:r>
                  <a:rPr lang="en" sz="1400">
                    <a:solidFill>
                      <a:schemeClr val="dk1"/>
                    </a:solidFill>
                    <a:latin typeface="Proxima Nova"/>
                    <a:ea typeface="Proxima Nova"/>
                    <a:cs typeface="Proxima Nova"/>
                    <a:sym typeface="Proxima Nova"/>
                  </a:rPr>
                  <a:t>Events</a:t>
                </a:r>
                <a:endParaRPr sz="1400">
                  <a:solidFill>
                    <a:schemeClr val="dk1"/>
                  </a:solidFill>
                  <a:latin typeface="Proxima Nova"/>
                  <a:ea typeface="Proxima Nova"/>
                  <a:cs typeface="Proxima Nova"/>
                  <a:sym typeface="Proxima Nova"/>
                </a:endParaRPr>
              </a:p>
            </p:txBody>
          </p:sp>
        </p:grpSp>
      </p:grpSp>
      <p:sp>
        <p:nvSpPr>
          <p:cNvPr id="260" name="Google Shape;260;p45"/>
          <p:cNvSpPr/>
          <p:nvPr/>
        </p:nvSpPr>
        <p:spPr>
          <a:xfrm>
            <a:off x="13623375" y="843400"/>
            <a:ext cx="2893800" cy="3401100"/>
          </a:xfrm>
          <a:prstGeom prst="ellipse">
            <a:avLst/>
          </a:prstGeom>
          <a:solidFill>
            <a:srgbClr val="FF99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t>Printable Worksheet</a:t>
            </a:r>
            <a:endParaRPr sz="21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6"/>
          <p:cNvSpPr txBox="1"/>
          <p:nvPr>
            <p:ph type="title"/>
          </p:nvPr>
        </p:nvSpPr>
        <p:spPr>
          <a:xfrm>
            <a:off x="515409" y="925091"/>
            <a:ext cx="14089200" cy="1190400"/>
          </a:xfrm>
          <a:prstGeom prst="rect">
            <a:avLst/>
          </a:prstGeom>
        </p:spPr>
        <p:txBody>
          <a:bodyPr anchorCtr="0" anchor="t" bIns="164125" lIns="164125" spcFirstLastPara="1" rIns="164125" wrap="square" tIns="164125">
            <a:normAutofit/>
          </a:bodyPr>
          <a:lstStyle/>
          <a:p>
            <a:pPr indent="0" lvl="0" marL="0" rtl="0" algn="l">
              <a:spcBef>
                <a:spcPts val="0"/>
              </a:spcBef>
              <a:spcAft>
                <a:spcPts val="0"/>
              </a:spcAft>
              <a:buNone/>
            </a:pPr>
            <a:r>
              <a:rPr lang="en"/>
              <a:t>Journal</a:t>
            </a:r>
            <a:endParaRPr/>
          </a:p>
        </p:txBody>
      </p:sp>
      <p:sp>
        <p:nvSpPr>
          <p:cNvPr id="266" name="Google Shape;266;p46"/>
          <p:cNvSpPr txBox="1"/>
          <p:nvPr>
            <p:ph idx="1" type="body"/>
          </p:nvPr>
        </p:nvSpPr>
        <p:spPr>
          <a:xfrm>
            <a:off x="515409" y="2395696"/>
            <a:ext cx="14089200" cy="7101900"/>
          </a:xfrm>
          <a:prstGeom prst="rect">
            <a:avLst/>
          </a:prstGeom>
        </p:spPr>
        <p:txBody>
          <a:bodyPr anchorCtr="0" anchor="t" bIns="164125" lIns="164125" spcFirstLastPara="1" rIns="164125" wrap="square" tIns="164125">
            <a:normAutofit/>
          </a:bodyPr>
          <a:lstStyle/>
          <a:p>
            <a:pPr indent="-622300" lvl="0" marL="825500" rtl="0" algn="l">
              <a:spcBef>
                <a:spcPts val="0"/>
              </a:spcBef>
              <a:spcAft>
                <a:spcPts val="0"/>
              </a:spcAft>
              <a:buSzPts val="3200"/>
              <a:buChar char="●"/>
            </a:pPr>
            <a:r>
              <a:rPr lang="en"/>
              <a:t>What thoughts and beliefs sit </a:t>
            </a:r>
            <a:r>
              <a:rPr lang="en"/>
              <a:t>behind</a:t>
            </a:r>
            <a:r>
              <a:rPr lang="en"/>
              <a:t> this story?</a:t>
            </a:r>
            <a:endParaRPr/>
          </a:p>
          <a:p>
            <a:pPr indent="-622300" lvl="0" marL="825500" rtl="0" algn="l">
              <a:spcBef>
                <a:spcPts val="0"/>
              </a:spcBef>
              <a:spcAft>
                <a:spcPts val="0"/>
              </a:spcAft>
              <a:buSzPts val="3200"/>
              <a:buChar char="●"/>
            </a:pPr>
            <a:r>
              <a:rPr lang="en"/>
              <a:t>What ideas, insights or questions pop up for you after writing these personal views?</a:t>
            </a:r>
            <a:endParaRPr/>
          </a:p>
          <a:p>
            <a:pPr indent="-622300" lvl="0" marL="825500" rtl="0" algn="l">
              <a:spcBef>
                <a:spcPts val="0"/>
              </a:spcBef>
              <a:spcAft>
                <a:spcPts val="0"/>
              </a:spcAft>
              <a:buSzPts val="3200"/>
              <a:buChar char="●"/>
            </a:pPr>
            <a:r>
              <a:rPr lang="en"/>
              <a:t>Where might your narrative come from? Why do believe this to be true?</a:t>
            </a:r>
            <a:endParaRPr/>
          </a:p>
          <a:p>
            <a:pPr indent="-622300" lvl="0" marL="825500" rtl="0" algn="l">
              <a:spcBef>
                <a:spcPts val="0"/>
              </a:spcBef>
              <a:spcAft>
                <a:spcPts val="0"/>
              </a:spcAft>
              <a:buSzPts val="3200"/>
              <a:buChar char="●"/>
            </a:pPr>
            <a:r>
              <a:rPr lang="en"/>
              <a:t>Could this narrative be untrue?</a:t>
            </a:r>
            <a:endParaRPr/>
          </a:p>
          <a:p>
            <a:pPr indent="-622300" lvl="0" marL="825500" rtl="0" algn="l">
              <a:spcBef>
                <a:spcPts val="0"/>
              </a:spcBef>
              <a:spcAft>
                <a:spcPts val="0"/>
              </a:spcAft>
              <a:buSzPts val="3200"/>
              <a:buChar char="●"/>
            </a:pPr>
            <a:r>
              <a:rPr lang="en"/>
              <a:t>Was is easier to write your life view or your work view?</a:t>
            </a:r>
            <a:endParaRPr/>
          </a:p>
          <a:p>
            <a:pPr indent="-622300" lvl="0" marL="825500" rtl="0" algn="l">
              <a:spcBef>
                <a:spcPts val="0"/>
              </a:spcBef>
              <a:spcAft>
                <a:spcPts val="0"/>
              </a:spcAft>
              <a:buSzPts val="3200"/>
              <a:buChar char="●"/>
            </a:pPr>
            <a:r>
              <a:rPr lang="en"/>
              <a:t>Do these two world views feel coherent?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C232"/>
        </a:solidFill>
      </p:bgPr>
    </p:bg>
    <p:spTree>
      <p:nvGrpSpPr>
        <p:cNvPr id="270" name="Shape 270"/>
        <p:cNvGrpSpPr/>
        <p:nvPr/>
      </p:nvGrpSpPr>
      <p:grpSpPr>
        <a:xfrm>
          <a:off x="0" y="0"/>
          <a:ext cx="0" cy="0"/>
          <a:chOff x="0" y="0"/>
          <a:chExt cx="0" cy="0"/>
        </a:xfrm>
      </p:grpSpPr>
      <p:sp>
        <p:nvSpPr>
          <p:cNvPr id="271" name="Google Shape;271;p47"/>
          <p:cNvSpPr txBox="1"/>
          <p:nvPr>
            <p:ph type="ctrTitle"/>
          </p:nvPr>
        </p:nvSpPr>
        <p:spPr>
          <a:xfrm>
            <a:off x="515423" y="1547778"/>
            <a:ext cx="14089200" cy="4266900"/>
          </a:xfrm>
          <a:prstGeom prst="rect">
            <a:avLst/>
          </a:prstGeom>
        </p:spPr>
        <p:txBody>
          <a:bodyPr anchorCtr="0" anchor="b" bIns="164125" lIns="164125" spcFirstLastPara="1" rIns="164125" wrap="square" tIns="164125">
            <a:normAutofit/>
          </a:bodyPr>
          <a:lstStyle/>
          <a:p>
            <a:pPr indent="0" lvl="0" marL="0" rtl="0" algn="ctr">
              <a:spcBef>
                <a:spcPts val="0"/>
              </a:spcBef>
              <a:spcAft>
                <a:spcPts val="0"/>
              </a:spcAft>
              <a:buNone/>
            </a:pPr>
            <a:r>
              <a:rPr b="1" lang="en">
                <a:solidFill>
                  <a:srgbClr val="FFFFFF"/>
                </a:solidFill>
              </a:rPr>
              <a:t>What do you want?</a:t>
            </a:r>
            <a:endParaRPr b="1">
              <a:solidFill>
                <a:srgbClr val="FFFFFF"/>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pic>
        <p:nvPicPr>
          <p:cNvPr descr="Never miss a talk! SUBSCRIBE to the TEDx channel: http://bit.ly/1FAg8hB&#10;&#10;Mel Robbins is a married working mother of three, an ivy-educated criminal lawyer, and one of the top career and relationship experts in America.  Widely respected for her grab-'em-by-the-collar advice and tough love, Robbins drills through the mental clutter that stands between people and what they want.  Her approach is smart, effective and entertaining. Five days a week, Mel hosts her own syndicated radio show The Mel Robbins Show, discussing hot topics and giving advice to callers across America.  She is starring in a new series, In-Laws, airing this summer on A&amp;E. In addition, she writes a monthly column for Success Magazine, is a former CNBC contributor and is the co-founder of Advice for Living, Inc., which develops products and television programming with experts in the wellness, health, relationship and career categories.&#10;&#10;Most nights, once the kids are in bed, you'll find Mel at home with a bourbon on the rocks and her Australian Shepherd at her feet, writing about life, love and everything else on her award-winning blog: www.melrobbins.com&#10;&#10;event video by: http://repertoireproductions.com/" id="276" name="Google Shape;276;p48" title="How to stop screwing yourself over | Mel Robbins | TEDxSF">
            <a:hlinkClick r:id="rId3"/>
          </p:cNvPr>
          <p:cNvPicPr preferRelativeResize="0"/>
          <p:nvPr/>
        </p:nvPicPr>
        <p:blipFill>
          <a:blip r:embed="rId4">
            <a:alphaModFix/>
          </a:blip>
          <a:stretch>
            <a:fillRect/>
          </a:stretch>
        </p:blipFill>
        <p:spPr>
          <a:xfrm>
            <a:off x="2390528" y="1105162"/>
            <a:ext cx="10338944" cy="775420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
                                        </p:tgtEl>
                                        <p:attrNameLst>
                                          <p:attrName>style.visibility</p:attrName>
                                        </p:attrNameLst>
                                      </p:cBhvr>
                                      <p:to>
                                        <p:strVal val="visible"/>
                                      </p:to>
                                    </p:set>
                                    <p:animEffect filter="fade" transition="in">
                                      <p:cBhvr>
                                        <p:cTn dur="1000"/>
                                        <p:tgtEl>
                                          <p:spTgt spid="2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9"/>
          <p:cNvSpPr txBox="1"/>
          <p:nvPr>
            <p:ph type="ctrTitle"/>
          </p:nvPr>
        </p:nvSpPr>
        <p:spPr>
          <a:xfrm>
            <a:off x="515423" y="1547778"/>
            <a:ext cx="14089200" cy="4266900"/>
          </a:xfrm>
          <a:prstGeom prst="rect">
            <a:avLst/>
          </a:prstGeom>
        </p:spPr>
        <p:txBody>
          <a:bodyPr anchorCtr="0" anchor="b" bIns="164125" lIns="164125" spcFirstLastPara="1" rIns="164125" wrap="square" tIns="164125">
            <a:normAutofit/>
          </a:bodyPr>
          <a:lstStyle/>
          <a:p>
            <a:pPr indent="0" lvl="0" marL="0" rtl="0" algn="ctr">
              <a:spcBef>
                <a:spcPts val="0"/>
              </a:spcBef>
              <a:spcAft>
                <a:spcPts val="0"/>
              </a:spcAft>
              <a:buNone/>
            </a:pPr>
            <a:r>
              <a:rPr lang="en"/>
              <a:t>Everything is fine, right?</a:t>
            </a:r>
            <a:endParaRPr/>
          </a:p>
        </p:txBody>
      </p:sp>
      <p:sp>
        <p:nvSpPr>
          <p:cNvPr id="282" name="Google Shape;282;p49"/>
          <p:cNvSpPr txBox="1"/>
          <p:nvPr>
            <p:ph idx="1" type="subTitle"/>
          </p:nvPr>
        </p:nvSpPr>
        <p:spPr>
          <a:xfrm>
            <a:off x="515409" y="5891409"/>
            <a:ext cx="14089200" cy="1647600"/>
          </a:xfrm>
          <a:prstGeom prst="rect">
            <a:avLst/>
          </a:prstGeom>
        </p:spPr>
        <p:txBody>
          <a:bodyPr anchorCtr="0" anchor="t" bIns="164125" lIns="164125" spcFirstLastPara="1" rIns="164125" wrap="square" tIns="164125">
            <a:normAutofit/>
          </a:bodyPr>
          <a:lstStyle/>
          <a:p>
            <a:pPr indent="0" lvl="0" marL="0" rtl="0" algn="ctr">
              <a:spcBef>
                <a:spcPts val="0"/>
              </a:spcBef>
              <a:spcAft>
                <a:spcPts val="0"/>
              </a:spcAft>
              <a:buNone/>
            </a:pPr>
            <a:r>
              <a:rPr lang="en"/>
              <a:t>Fuck fine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50"/>
          <p:cNvSpPr txBox="1"/>
          <p:nvPr>
            <p:ph type="ctrTitle"/>
          </p:nvPr>
        </p:nvSpPr>
        <p:spPr>
          <a:xfrm>
            <a:off x="515423" y="1547778"/>
            <a:ext cx="14089200" cy="4266900"/>
          </a:xfrm>
          <a:prstGeom prst="rect">
            <a:avLst/>
          </a:prstGeom>
        </p:spPr>
        <p:txBody>
          <a:bodyPr anchorCtr="0" anchor="b" bIns="164125" lIns="164125" spcFirstLastPara="1" rIns="164125" wrap="square" tIns="164125">
            <a:noAutofit/>
          </a:bodyPr>
          <a:lstStyle/>
          <a:p>
            <a:pPr indent="0" lvl="0" marL="0" rtl="0" algn="ctr">
              <a:spcBef>
                <a:spcPts val="0"/>
              </a:spcBef>
              <a:spcAft>
                <a:spcPts val="0"/>
              </a:spcAft>
              <a:buSzPts val="1800"/>
              <a:buNone/>
            </a:pPr>
            <a:r>
              <a:rPr lang="en" sz="5400"/>
              <a:t>…it’s your job to make yourself do the crap that you don’t want to do, so you can be everything you’re supposed to be…and you’re so damn busy waiting to feel like it…</a:t>
            </a:r>
            <a:endParaRPr sz="5400"/>
          </a:p>
        </p:txBody>
      </p:sp>
      <p:sp>
        <p:nvSpPr>
          <p:cNvPr id="288" name="Google Shape;288;p50"/>
          <p:cNvSpPr txBox="1"/>
          <p:nvPr>
            <p:ph idx="1" type="subTitle"/>
          </p:nvPr>
        </p:nvSpPr>
        <p:spPr>
          <a:xfrm>
            <a:off x="515409" y="5891409"/>
            <a:ext cx="14089200" cy="1647600"/>
          </a:xfrm>
          <a:prstGeom prst="rect">
            <a:avLst/>
          </a:prstGeom>
        </p:spPr>
        <p:txBody>
          <a:bodyPr anchorCtr="0" anchor="t" bIns="164125" lIns="164125" spcFirstLastPara="1" rIns="164125" wrap="square" tIns="164125">
            <a:normAutofit/>
          </a:bodyPr>
          <a:lstStyle/>
          <a:p>
            <a:pPr indent="0" lvl="0" marL="0" rtl="0" algn="ctr">
              <a:spcBef>
                <a:spcPts val="0"/>
              </a:spcBef>
              <a:spcAft>
                <a:spcPts val="0"/>
              </a:spcAft>
              <a:buNone/>
            </a:pPr>
            <a:r>
              <a:rPr lang="en"/>
              <a:t>Mel Robbins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51"/>
          <p:cNvSpPr txBox="1"/>
          <p:nvPr>
            <p:ph type="ctrTitle"/>
          </p:nvPr>
        </p:nvSpPr>
        <p:spPr>
          <a:xfrm>
            <a:off x="515423" y="1547778"/>
            <a:ext cx="14089200" cy="4266900"/>
          </a:xfrm>
          <a:prstGeom prst="rect">
            <a:avLst/>
          </a:prstGeom>
        </p:spPr>
        <p:txBody>
          <a:bodyPr anchorCtr="0" anchor="b" bIns="164125" lIns="164125" spcFirstLastPara="1" rIns="164125" wrap="square" tIns="164125">
            <a:normAutofit/>
          </a:bodyPr>
          <a:lstStyle/>
          <a:p>
            <a:pPr indent="0" lvl="0" marL="0" rtl="0" algn="ctr">
              <a:spcBef>
                <a:spcPts val="0"/>
              </a:spcBef>
              <a:spcAft>
                <a:spcPts val="0"/>
              </a:spcAft>
              <a:buNone/>
            </a:pPr>
            <a:r>
              <a:rPr lang="en"/>
              <a:t>Force yourself to get uncomfortable</a:t>
            </a:r>
            <a:endParaRPr/>
          </a:p>
        </p:txBody>
      </p:sp>
      <p:sp>
        <p:nvSpPr>
          <p:cNvPr id="294" name="Google Shape;294;p51"/>
          <p:cNvSpPr txBox="1"/>
          <p:nvPr>
            <p:ph idx="1" type="subTitle"/>
          </p:nvPr>
        </p:nvSpPr>
        <p:spPr>
          <a:xfrm>
            <a:off x="515409" y="5891409"/>
            <a:ext cx="14089200" cy="1647600"/>
          </a:xfrm>
          <a:prstGeom prst="rect">
            <a:avLst/>
          </a:prstGeom>
        </p:spPr>
        <p:txBody>
          <a:bodyPr anchorCtr="0" anchor="t" bIns="164125" lIns="164125" spcFirstLastPara="1" rIns="164125" wrap="square" tIns="164125">
            <a:normAutofit/>
          </a:bodyPr>
          <a:lstStyle/>
          <a:p>
            <a:pPr indent="0" lvl="0" marL="0" rtl="0" algn="ctr">
              <a:spcBef>
                <a:spcPts val="0"/>
              </a:spcBef>
              <a:spcAft>
                <a:spcPts val="0"/>
              </a:spcAft>
              <a:buNone/>
            </a:pPr>
            <a:r>
              <a:rPr lang="en"/>
              <a:t>Mel Robbins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C232"/>
        </a:solidFill>
      </p:bgPr>
    </p:bg>
    <p:spTree>
      <p:nvGrpSpPr>
        <p:cNvPr id="298" name="Shape 298"/>
        <p:cNvGrpSpPr/>
        <p:nvPr/>
      </p:nvGrpSpPr>
      <p:grpSpPr>
        <a:xfrm>
          <a:off x="0" y="0"/>
          <a:ext cx="0" cy="0"/>
          <a:chOff x="0" y="0"/>
          <a:chExt cx="0" cy="0"/>
        </a:xfrm>
      </p:grpSpPr>
      <p:sp>
        <p:nvSpPr>
          <p:cNvPr id="299" name="Google Shape;299;p52"/>
          <p:cNvSpPr txBox="1"/>
          <p:nvPr>
            <p:ph type="ctrTitle"/>
          </p:nvPr>
        </p:nvSpPr>
        <p:spPr>
          <a:xfrm>
            <a:off x="1767000" y="3212550"/>
            <a:ext cx="11586000" cy="4266900"/>
          </a:xfrm>
          <a:prstGeom prst="rect">
            <a:avLst/>
          </a:prstGeom>
        </p:spPr>
        <p:txBody>
          <a:bodyPr anchorCtr="0" anchor="b" bIns="164125" lIns="164125" spcFirstLastPara="1" rIns="164125" wrap="square" tIns="164125">
            <a:normAutofit/>
          </a:bodyPr>
          <a:lstStyle/>
          <a:p>
            <a:pPr indent="0" lvl="0" marL="0" rtl="0" algn="ctr">
              <a:spcBef>
                <a:spcPts val="0"/>
              </a:spcBef>
              <a:spcAft>
                <a:spcPts val="0"/>
              </a:spcAft>
              <a:buNone/>
            </a:pPr>
            <a:r>
              <a:rPr b="1" lang="en">
                <a:solidFill>
                  <a:srgbClr val="FFFFFF"/>
                </a:solidFill>
              </a:rPr>
              <a:t>What do you want to move?</a:t>
            </a:r>
            <a:endParaRPr b="1">
              <a:solidFill>
                <a:srgbClr val="FFFFFF"/>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53"/>
          <p:cNvSpPr txBox="1"/>
          <p:nvPr>
            <p:ph type="ctrTitle"/>
          </p:nvPr>
        </p:nvSpPr>
        <p:spPr>
          <a:xfrm>
            <a:off x="515423" y="1341879"/>
            <a:ext cx="14089200" cy="4266900"/>
          </a:xfrm>
          <a:prstGeom prst="rect">
            <a:avLst/>
          </a:prstGeom>
        </p:spPr>
        <p:txBody>
          <a:bodyPr anchorCtr="0" anchor="b" bIns="164125" lIns="164125" spcFirstLastPara="1" rIns="164125" wrap="square" tIns="164125">
            <a:normAutofit/>
          </a:bodyPr>
          <a:lstStyle/>
          <a:p>
            <a:pPr indent="0" lvl="0" marL="0" rtl="0" algn="ctr">
              <a:spcBef>
                <a:spcPts val="0"/>
              </a:spcBef>
              <a:spcAft>
                <a:spcPts val="0"/>
              </a:spcAft>
              <a:buNone/>
            </a:pPr>
            <a:r>
              <a:rPr lang="en"/>
              <a:t>Life gauge</a:t>
            </a:r>
            <a:endParaRPr/>
          </a:p>
        </p:txBody>
      </p:sp>
      <p:pic>
        <p:nvPicPr>
          <p:cNvPr id="305" name="Google Shape;305;p53"/>
          <p:cNvPicPr preferRelativeResize="0"/>
          <p:nvPr/>
        </p:nvPicPr>
        <p:blipFill>
          <a:blip r:embed="rId3">
            <a:alphaModFix/>
          </a:blip>
          <a:stretch>
            <a:fillRect/>
          </a:stretch>
        </p:blipFill>
        <p:spPr>
          <a:xfrm>
            <a:off x="5150250" y="5819225"/>
            <a:ext cx="4819500" cy="3213000"/>
          </a:xfrm>
          <a:prstGeom prst="rect">
            <a:avLst/>
          </a:prstGeom>
          <a:noFill/>
          <a:ln>
            <a:noFill/>
          </a:ln>
        </p:spPr>
      </p:pic>
      <p:sp>
        <p:nvSpPr>
          <p:cNvPr id="306" name="Google Shape;306;p53"/>
          <p:cNvSpPr/>
          <p:nvPr/>
        </p:nvSpPr>
        <p:spPr>
          <a:xfrm>
            <a:off x="13623375" y="843400"/>
            <a:ext cx="2893800" cy="3401100"/>
          </a:xfrm>
          <a:prstGeom prst="ellipse">
            <a:avLst/>
          </a:prstGeom>
          <a:solidFill>
            <a:srgbClr val="FF99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t>Printable Worksheet</a:t>
            </a:r>
            <a:endParaRPr sz="21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