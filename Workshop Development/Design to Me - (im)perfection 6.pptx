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10692000" cx="15120000"/>
  <p:notesSz cx="6858000" cy="9144000"/>
  <p:embeddedFontLst>
    <p:embeddedFont>
      <p:font typeface="Proxima Nova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A4A3A4"/>
          </p15:clr>
        </p15:guide>
        <p15:guide id="2" pos="47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476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italic.fntdata"/><Relationship Id="rId30" Type="http://schemas.openxmlformats.org/officeDocument/2006/relationships/font" Target="fonts/ProximaNov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ProximaNova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762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EFfcO3fdkuc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009ce78c95_0_166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009ce78c9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009ce78c95_0_142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009ce78c95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e541861d4_3_852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e541861d4_3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re-created more personally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0e541861d4_3_866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0e541861d4_3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re-created more personally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e541861d4_3_1336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0e541861d4_3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0e541861d4_3_1297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0e541861d4_3_1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“Loving connected presences”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0e541861d4_3_1324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0e541861d4_3_1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0e541861d4_3_1346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0e541861d4_3_1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e541861d4_3_1329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0e541861d4_3_1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0e541861d4_3_1908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0e541861d4_3_1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0e541861d4_3_1351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0e541861d4_3_1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0e541861d4_3_1341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0e541861d4_3_1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00eb9722d3_0_12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00eb9722d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0e541861d4_3_1292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0e541861d4_3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0e541861d4_3_880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0e541861d4_3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 re-created more personally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0e541861d4_3_1310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0e541861d4_3_1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00eb9722d3_0_17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00eb9722d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might you establish a practice with self compassion and equanimity?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009ce78c95_0_113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009ce78c9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e541861d4_3_1440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0e541861d4_3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Confidence- 5 second rule to create a new habit.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https://www.youtube.com/watch?v=EFfcO3fdkuc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Grieve, learn and then make the intentional pivot to whats best for you next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Habits_ celebration n self confidence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0e541861d4_3_1446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0e541861d4_3_1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0e541861d4_3_1450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0e541861d4_3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0e541861d4_3_1048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0e541861d4_3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0e541861d4_3_1472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0e541861d4_3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15409" y="4471058"/>
            <a:ext cx="14089200" cy="17499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15409" y="2395696"/>
            <a:ext cx="14089200" cy="7101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15409" y="2395696"/>
            <a:ext cx="6614100" cy="7101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7990583" y="2395696"/>
            <a:ext cx="6614100" cy="7101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15409" y="1154948"/>
            <a:ext cx="4643100" cy="15708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15409" y="2888617"/>
            <a:ext cx="4643100" cy="66090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10650" y="935745"/>
            <a:ext cx="10529400" cy="85038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2pPr>
            <a:lvl3pPr lvl="2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3pPr>
            <a:lvl4pPr lvl="3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4pPr>
            <a:lvl5pPr lvl="4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5pPr>
            <a:lvl6pPr lvl="5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6pPr>
            <a:lvl7pPr lvl="6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7pPr>
            <a:lvl8pPr lvl="7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8pPr>
            <a:lvl9pPr lvl="8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560000" y="-260"/>
            <a:ext cx="756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4125" lIns="164125" spcFirstLastPara="1" rIns="164125" wrap="square" tIns="16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39016" y="2563450"/>
            <a:ext cx="6688800" cy="30813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39016" y="5826865"/>
            <a:ext cx="6688800" cy="2567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167677" y="1505164"/>
            <a:ext cx="6344700" cy="76812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15409" y="8794266"/>
            <a:ext cx="9919200" cy="12579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15409" y="2299346"/>
            <a:ext cx="14089200" cy="40815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15409" y="6552657"/>
            <a:ext cx="14089200" cy="2703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431800" lvl="0" marL="4572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5409" y="2395696"/>
            <a:ext cx="140892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431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●"/>
              <a:defRPr sz="3200">
                <a:solidFill>
                  <a:schemeClr val="dk2"/>
                </a:solidFill>
              </a:defRPr>
            </a:lvl1pPr>
            <a:lvl2pPr indent="-3873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2pPr>
            <a:lvl3pPr indent="-3873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3pPr>
            <a:lvl4pPr indent="-3873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4pPr>
            <a:lvl5pPr indent="-3873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5pPr>
            <a:lvl6pPr indent="-3873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6pPr>
            <a:lvl7pPr indent="-3873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7pPr>
            <a:lvl8pPr indent="-3873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8pPr>
            <a:lvl9pPr indent="-3873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 algn="r">
              <a:buNone/>
              <a:defRPr sz="1800">
                <a:solidFill>
                  <a:schemeClr val="dk2"/>
                </a:solidFill>
              </a:defRPr>
            </a:lvl1pPr>
            <a:lvl2pPr lvl="1" algn="r">
              <a:buNone/>
              <a:defRPr sz="1800">
                <a:solidFill>
                  <a:schemeClr val="dk2"/>
                </a:solidFill>
              </a:defRPr>
            </a:lvl2pPr>
            <a:lvl3pPr lvl="2" algn="r">
              <a:buNone/>
              <a:defRPr sz="1800">
                <a:solidFill>
                  <a:schemeClr val="dk2"/>
                </a:solidFill>
              </a:defRPr>
            </a:lvl3pPr>
            <a:lvl4pPr lvl="3" algn="r">
              <a:buNone/>
              <a:defRPr sz="1800">
                <a:solidFill>
                  <a:schemeClr val="dk2"/>
                </a:solidFill>
              </a:defRPr>
            </a:lvl4pPr>
            <a:lvl5pPr lvl="4" algn="r">
              <a:buNone/>
              <a:defRPr sz="1800">
                <a:solidFill>
                  <a:schemeClr val="dk2"/>
                </a:solidFill>
              </a:defRPr>
            </a:lvl5pPr>
            <a:lvl6pPr lvl="5" algn="r">
              <a:buNone/>
              <a:defRPr sz="1800">
                <a:solidFill>
                  <a:schemeClr val="dk2"/>
                </a:solidFill>
              </a:defRPr>
            </a:lvl6pPr>
            <a:lvl7pPr lvl="6" algn="r">
              <a:buNone/>
              <a:defRPr sz="1800">
                <a:solidFill>
                  <a:schemeClr val="dk2"/>
                </a:solidFill>
              </a:defRPr>
            </a:lvl7pPr>
            <a:lvl8pPr lvl="7" algn="r">
              <a:buNone/>
              <a:defRPr sz="1800">
                <a:solidFill>
                  <a:schemeClr val="dk2"/>
                </a:solidFill>
              </a:defRPr>
            </a:lvl8pPr>
            <a:lvl9pPr lvl="8" algn="r">
              <a:buNone/>
              <a:defRPr sz="1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MEyJ_H1U5SQ" TargetMode="External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youtube.com/watch?v=EFfcO3fdkuc" TargetMode="External"/><Relationship Id="rId4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15423" y="3212589"/>
            <a:ext cx="14089200" cy="42669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PROBE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Showing up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515409" y="5891409"/>
            <a:ext cx="14089200" cy="3275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 lnSpcReduction="10000"/>
          </a:bodyPr>
          <a:lstStyle/>
          <a:p>
            <a:pPr indent="-736600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●"/>
            </a:pPr>
            <a:r>
              <a:rPr b="1" lang="en">
                <a:solidFill>
                  <a:srgbClr val="FFFFFF"/>
                </a:solidFill>
              </a:rPr>
              <a:t>Who do I choose to show up as?</a:t>
            </a:r>
            <a:endParaRPr b="1">
              <a:solidFill>
                <a:srgbClr val="FFFFFF"/>
              </a:solidFill>
            </a:endParaRPr>
          </a:p>
          <a:p>
            <a:pPr indent="-723900" lvl="1" marL="16383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○"/>
            </a:pPr>
            <a:r>
              <a:rPr lang="en">
                <a:solidFill>
                  <a:srgbClr val="FFFFFF"/>
                </a:solidFill>
              </a:rPr>
              <a:t>At my best</a:t>
            </a:r>
            <a:endParaRPr>
              <a:solidFill>
                <a:srgbClr val="FFFFFF"/>
              </a:solidFill>
            </a:endParaRPr>
          </a:p>
          <a:p>
            <a:pPr indent="-723900" lvl="1" marL="16383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○"/>
            </a:pPr>
            <a:r>
              <a:rPr lang="en">
                <a:solidFill>
                  <a:srgbClr val="FFFFFF"/>
                </a:solidFill>
              </a:rPr>
              <a:t>At my worst</a:t>
            </a:r>
            <a:endParaRPr>
              <a:solidFill>
                <a:srgbClr val="FFFFFF"/>
              </a:solidFill>
            </a:endParaRPr>
          </a:p>
          <a:p>
            <a:pPr indent="-723900" lvl="1" marL="16383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○"/>
            </a:pPr>
            <a:r>
              <a:rPr lang="en">
                <a:solidFill>
                  <a:srgbClr val="FFFFFF"/>
                </a:solidFill>
              </a:rPr>
              <a:t>As just enough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my best</a:t>
            </a:r>
            <a:r>
              <a:rPr lang="en"/>
              <a:t>: What’s my story?</a:t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8009" l="2990" r="1471" t="8816"/>
          <a:stretch/>
        </p:blipFill>
        <p:spPr>
          <a:xfrm>
            <a:off x="2628969" y="2115586"/>
            <a:ext cx="9862060" cy="76476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15"/>
          <p:cNvGrpSpPr/>
          <p:nvPr/>
        </p:nvGrpSpPr>
        <p:grpSpPr>
          <a:xfrm>
            <a:off x="8930127" y="2970755"/>
            <a:ext cx="1657270" cy="1871755"/>
            <a:chOff x="-1581150" y="678423"/>
            <a:chExt cx="1305554" cy="1305177"/>
          </a:xfrm>
        </p:grpSpPr>
        <p:pic>
          <p:nvPicPr>
            <p:cNvPr id="68" name="Google Shape;68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5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Roles &amp; Responsibilities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10749769" y="3037535"/>
            <a:ext cx="1657270" cy="1871755"/>
            <a:chOff x="-1581150" y="678423"/>
            <a:chExt cx="1305554" cy="1305177"/>
          </a:xfrm>
        </p:grpSpPr>
        <p:pic>
          <p:nvPicPr>
            <p:cNvPr id="71" name="Google Shape;71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5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Results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6836989" y="2970755"/>
            <a:ext cx="1657270" cy="1871755"/>
            <a:chOff x="-1581150" y="678423"/>
            <a:chExt cx="1305554" cy="1305177"/>
          </a:xfrm>
        </p:grpSpPr>
        <p:pic>
          <p:nvPicPr>
            <p:cNvPr id="74" name="Google Shape;74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15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Events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my worst: What’s my story?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8009" l="2990" r="1471" t="8816"/>
          <a:stretch/>
        </p:blipFill>
        <p:spPr>
          <a:xfrm>
            <a:off x="2628969" y="2115586"/>
            <a:ext cx="9862060" cy="76476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16"/>
          <p:cNvGrpSpPr/>
          <p:nvPr/>
        </p:nvGrpSpPr>
        <p:grpSpPr>
          <a:xfrm>
            <a:off x="8930127" y="2970755"/>
            <a:ext cx="1657270" cy="1871755"/>
            <a:chOff x="-1581150" y="678423"/>
            <a:chExt cx="1305554" cy="1305177"/>
          </a:xfrm>
        </p:grpSpPr>
        <p:pic>
          <p:nvPicPr>
            <p:cNvPr id="83" name="Google Shape;83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6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Roles &amp; Responsibilities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85" name="Google Shape;85;p16"/>
          <p:cNvGrpSpPr/>
          <p:nvPr/>
        </p:nvGrpSpPr>
        <p:grpSpPr>
          <a:xfrm>
            <a:off x="10749769" y="3037535"/>
            <a:ext cx="1657270" cy="1871755"/>
            <a:chOff x="-1581150" y="678423"/>
            <a:chExt cx="1305554" cy="1305177"/>
          </a:xfrm>
        </p:grpSpPr>
        <p:pic>
          <p:nvPicPr>
            <p:cNvPr id="86" name="Google Shape;86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6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Results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6836989" y="2970755"/>
            <a:ext cx="1657270" cy="1871755"/>
            <a:chOff x="-1581150" y="678423"/>
            <a:chExt cx="1305554" cy="1305177"/>
          </a:xfrm>
        </p:grpSpPr>
        <p:pic>
          <p:nvPicPr>
            <p:cNvPr id="89" name="Google Shape;89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6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Events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>
            <a:off x="1228376" y="2750225"/>
            <a:ext cx="12950700" cy="56475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133350">
              <a:srgbClr val="F3F3F3">
                <a:alpha val="50000"/>
              </a:srgbClr>
            </a:outerShdw>
          </a:effectLst>
        </p:spPr>
        <p:txBody>
          <a:bodyPr anchorCtr="0" anchor="ctr" bIns="164125" lIns="164125" spcFirstLastPara="1" rIns="164125" wrap="square" tIns="16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500"/>
          </a:p>
        </p:txBody>
      </p:sp>
      <p:sp>
        <p:nvSpPr>
          <p:cNvPr id="96" name="Google Shape;96;p17"/>
          <p:cNvSpPr txBox="1"/>
          <p:nvPr>
            <p:ph type="ctrTitle"/>
          </p:nvPr>
        </p:nvSpPr>
        <p:spPr>
          <a:xfrm>
            <a:off x="1486494" y="3212589"/>
            <a:ext cx="127950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Is there judgement in the way you see yourself?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P CHASING SELF-ESTEEM AND JUST BE SELF-COMPASSIONATE | Kristin Neff, pioneering researcher into self-compassion&#10;&#10;For more information on our annual Happiness &amp; Its Causes conference at the International Convention Centre Sydney, visit http://www.happinessanditscauses.com.au/&#10;Don't miss the world's largest conference on happiness and well-being!" id="101" name="Google Shape;101;p18" title="STOP CHASING SELF-ESTEEM &amp; JUST BE SELF-COMPASSIONATE with Kristin Neff at Happiness &amp; Its Causes 1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1341" y="579605"/>
            <a:ext cx="11732510" cy="8799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/>
          <p:nvPr/>
        </p:nvSpPr>
        <p:spPr>
          <a:xfrm>
            <a:off x="1228376" y="2750225"/>
            <a:ext cx="12950700" cy="56475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133350">
              <a:srgbClr val="F3F3F3">
                <a:alpha val="50000"/>
              </a:srgbClr>
            </a:outerShdw>
          </a:effectLst>
        </p:spPr>
        <p:txBody>
          <a:bodyPr anchorCtr="0" anchor="ctr" bIns="164125" lIns="164125" spcFirstLastPara="1" rIns="164125" wrap="square" tIns="16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500"/>
          </a:p>
        </p:txBody>
      </p:sp>
      <p:sp>
        <p:nvSpPr>
          <p:cNvPr id="107" name="Google Shape;107;p19"/>
          <p:cNvSpPr txBox="1"/>
          <p:nvPr>
            <p:ph type="ctrTitle"/>
          </p:nvPr>
        </p:nvSpPr>
        <p:spPr>
          <a:xfrm>
            <a:off x="2069782" y="3212589"/>
            <a:ext cx="113088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Is perfectionism showing up for you?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“Everyone is imperfect</a:t>
            </a:r>
            <a:endParaRPr/>
          </a:p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nd everyone lives an imperfect life…”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ctrTitle"/>
          </p:nvPr>
        </p:nvSpPr>
        <p:spPr>
          <a:xfrm>
            <a:off x="515423" y="153405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 compassion</a:t>
            </a:r>
            <a:endParaRPr/>
          </a:p>
        </p:txBody>
      </p:sp>
      <p:sp>
        <p:nvSpPr>
          <p:cNvPr id="119" name="Google Shape;119;p21"/>
          <p:cNvSpPr txBox="1"/>
          <p:nvPr>
            <p:ph idx="1" type="subTitle"/>
          </p:nvPr>
        </p:nvSpPr>
        <p:spPr>
          <a:xfrm>
            <a:off x="2409957" y="5877690"/>
            <a:ext cx="10300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“Treating yourself like you would treat a close friend who was struggling”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/>
          <p:cNvPicPr preferRelativeResize="0"/>
          <p:nvPr/>
        </p:nvPicPr>
        <p:blipFill rotWithShape="1">
          <a:blip r:embed="rId3">
            <a:alphaModFix/>
          </a:blip>
          <a:srcRect b="1993" l="0" r="1254" t="777"/>
          <a:stretch/>
        </p:blipFill>
        <p:spPr>
          <a:xfrm>
            <a:off x="1617042" y="1000082"/>
            <a:ext cx="11438759" cy="6436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4555" y="3377370"/>
            <a:ext cx="4960339" cy="216680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“If I fail,</a:t>
            </a:r>
            <a:endParaRPr/>
          </a:p>
        </p:txBody>
      </p:sp>
      <p:sp>
        <p:nvSpPr>
          <p:cNvPr id="131" name="Google Shape;131;p23"/>
          <p:cNvSpPr txBox="1"/>
          <p:nvPr>
            <p:ph idx="1" type="subTitle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will still accept myself.”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/>
          <p:nvPr/>
        </p:nvSpPr>
        <p:spPr>
          <a:xfrm>
            <a:off x="1228376" y="2750225"/>
            <a:ext cx="12950700" cy="56475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133350">
              <a:srgbClr val="F3F3F3">
                <a:alpha val="50000"/>
              </a:srgbClr>
            </a:outerShdw>
          </a:effectLst>
        </p:spPr>
        <p:txBody>
          <a:bodyPr anchorCtr="0" anchor="ctr" bIns="164125" lIns="164125" spcFirstLastPara="1" rIns="164125" wrap="square" tIns="16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500"/>
          </a:p>
        </p:txBody>
      </p:sp>
      <p:sp>
        <p:nvSpPr>
          <p:cNvPr id="137" name="Google Shape;137;p24"/>
          <p:cNvSpPr txBox="1"/>
          <p:nvPr>
            <p:ph type="ctrTitle"/>
          </p:nvPr>
        </p:nvSpPr>
        <p:spPr>
          <a:xfrm>
            <a:off x="1486494" y="3212589"/>
            <a:ext cx="127950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Is this how you would speak with a friend?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/>
          <p:nvPr/>
        </p:nvSpPr>
        <p:spPr>
          <a:xfrm>
            <a:off x="1228376" y="2750225"/>
            <a:ext cx="12950700" cy="56475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133350">
              <a:srgbClr val="F3F3F3">
                <a:alpha val="50000"/>
              </a:srgbClr>
            </a:outerShdw>
          </a:effectLst>
        </p:spPr>
        <p:txBody>
          <a:bodyPr anchorCtr="0" anchor="ctr" bIns="164125" lIns="164125" spcFirstLastPara="1" rIns="164125" wrap="square" tIns="16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500"/>
          </a:p>
        </p:txBody>
      </p:sp>
      <p:sp>
        <p:nvSpPr>
          <p:cNvPr id="143" name="Google Shape;143;p25"/>
          <p:cNvSpPr txBox="1"/>
          <p:nvPr>
            <p:ph type="ctrTitle"/>
          </p:nvPr>
        </p:nvSpPr>
        <p:spPr>
          <a:xfrm>
            <a:off x="515423" y="3212589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What does good enough look like?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6"/>
          <p:cNvGrpSpPr/>
          <p:nvPr/>
        </p:nvGrpSpPr>
        <p:grpSpPr>
          <a:xfrm>
            <a:off x="6836989" y="2970755"/>
            <a:ext cx="1657270" cy="1871755"/>
            <a:chOff x="-1581150" y="678423"/>
            <a:chExt cx="1305554" cy="1305177"/>
          </a:xfrm>
        </p:grpSpPr>
        <p:pic>
          <p:nvPicPr>
            <p:cNvPr id="149" name="Google Shape;14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26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Enough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51" name="Google Shape;151;p26"/>
          <p:cNvGrpSpPr/>
          <p:nvPr/>
        </p:nvGrpSpPr>
        <p:grpSpPr>
          <a:xfrm>
            <a:off x="4210087" y="2970755"/>
            <a:ext cx="1657270" cy="1871755"/>
            <a:chOff x="-1581150" y="678423"/>
            <a:chExt cx="1305554" cy="1305177"/>
          </a:xfrm>
        </p:grpSpPr>
        <p:pic>
          <p:nvPicPr>
            <p:cNvPr id="152" name="Google Shape;152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26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Worst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54" name="Google Shape;154;p26"/>
          <p:cNvGrpSpPr/>
          <p:nvPr/>
        </p:nvGrpSpPr>
        <p:grpSpPr>
          <a:xfrm>
            <a:off x="9636562" y="2970755"/>
            <a:ext cx="1657270" cy="1871755"/>
            <a:chOff x="-1581150" y="678423"/>
            <a:chExt cx="1305554" cy="1305177"/>
          </a:xfrm>
        </p:grpSpPr>
        <p:pic>
          <p:nvPicPr>
            <p:cNvPr id="155" name="Google Shape;155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26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Best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just enough: What’s my compassionate story?</a:t>
            </a:r>
            <a:endParaRPr/>
          </a:p>
        </p:txBody>
      </p:sp>
      <p:pic>
        <p:nvPicPr>
          <p:cNvPr id="162" name="Google Shape;162;p27"/>
          <p:cNvPicPr preferRelativeResize="0"/>
          <p:nvPr/>
        </p:nvPicPr>
        <p:blipFill rotWithShape="1">
          <a:blip r:embed="rId3">
            <a:alphaModFix/>
          </a:blip>
          <a:srcRect b="8009" l="2990" r="1471" t="8816"/>
          <a:stretch/>
        </p:blipFill>
        <p:spPr>
          <a:xfrm>
            <a:off x="2628969" y="2115586"/>
            <a:ext cx="9862060" cy="76476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27"/>
          <p:cNvGrpSpPr/>
          <p:nvPr/>
        </p:nvGrpSpPr>
        <p:grpSpPr>
          <a:xfrm>
            <a:off x="8930127" y="2970755"/>
            <a:ext cx="1657270" cy="1871755"/>
            <a:chOff x="-1581150" y="678423"/>
            <a:chExt cx="1305554" cy="1305177"/>
          </a:xfrm>
        </p:grpSpPr>
        <p:pic>
          <p:nvPicPr>
            <p:cNvPr id="164" name="Google Shape;164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27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Roles &amp; Responsibilities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66" name="Google Shape;166;p27"/>
          <p:cNvGrpSpPr/>
          <p:nvPr/>
        </p:nvGrpSpPr>
        <p:grpSpPr>
          <a:xfrm>
            <a:off x="10749769" y="3037535"/>
            <a:ext cx="1657270" cy="1871755"/>
            <a:chOff x="-1581150" y="678423"/>
            <a:chExt cx="1305554" cy="1305177"/>
          </a:xfrm>
        </p:grpSpPr>
        <p:pic>
          <p:nvPicPr>
            <p:cNvPr id="167" name="Google Shape;167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7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Results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69" name="Google Shape;169;p27"/>
          <p:cNvGrpSpPr/>
          <p:nvPr/>
        </p:nvGrpSpPr>
        <p:grpSpPr>
          <a:xfrm>
            <a:off x="6836989" y="2970755"/>
            <a:ext cx="1657270" cy="1871755"/>
            <a:chOff x="-1581150" y="678423"/>
            <a:chExt cx="1305554" cy="1305177"/>
          </a:xfrm>
        </p:grpSpPr>
        <p:pic>
          <p:nvPicPr>
            <p:cNvPr id="170" name="Google Shape;170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27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Events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ctrTitle"/>
          </p:nvPr>
        </p:nvSpPr>
        <p:spPr>
          <a:xfrm>
            <a:off x="515409" y="3212589"/>
            <a:ext cx="14089200" cy="25830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How I roll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9"/>
          <p:cNvGrpSpPr/>
          <p:nvPr/>
        </p:nvGrpSpPr>
        <p:grpSpPr>
          <a:xfrm>
            <a:off x="5902737" y="2095554"/>
            <a:ext cx="1657270" cy="1871755"/>
            <a:chOff x="-1581150" y="678423"/>
            <a:chExt cx="1305554" cy="1305177"/>
          </a:xfrm>
        </p:grpSpPr>
        <p:pic>
          <p:nvPicPr>
            <p:cNvPr id="182" name="Google Shape;18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9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Habits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84" name="Google Shape;184;p29"/>
          <p:cNvGrpSpPr/>
          <p:nvPr/>
        </p:nvGrpSpPr>
        <p:grpSpPr>
          <a:xfrm>
            <a:off x="1651064" y="2095554"/>
            <a:ext cx="1657270" cy="1871755"/>
            <a:chOff x="-1581150" y="678423"/>
            <a:chExt cx="1305554" cy="1305177"/>
          </a:xfrm>
        </p:grpSpPr>
        <p:pic>
          <p:nvPicPr>
            <p:cNvPr id="185" name="Google Shape;185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29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Rituals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87" name="Google Shape;187;p29"/>
          <p:cNvGrpSpPr/>
          <p:nvPr/>
        </p:nvGrpSpPr>
        <p:grpSpPr>
          <a:xfrm>
            <a:off x="10238700" y="2000919"/>
            <a:ext cx="1657270" cy="1871755"/>
            <a:chOff x="-1581150" y="678423"/>
            <a:chExt cx="1305554" cy="1305177"/>
          </a:xfrm>
        </p:grpSpPr>
        <p:pic>
          <p:nvPicPr>
            <p:cNvPr id="188" name="Google Shape;188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29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Priorities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ctrTitle"/>
          </p:nvPr>
        </p:nvSpPr>
        <p:spPr>
          <a:xfrm>
            <a:off x="515423" y="3212589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Catch yourself: 5, 4, 3, 2, 1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Refocus on objective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arn the 5 ways to get UNSHAKEABLE CONFIDENCE in this FREE training from international bestselling author, Mel Robbins: https://bit.ly/3qKyaKt&#10;----&#10;&#10;You know exactly what you want and who you want to be.&#10;&#10;But your self-doubt convinces you over and over again that you don't deserve and it will never happen for you. That's simply not true.&#10;&#10;THIS is how you build your confidence and create the life of your dreams...&#10;&#10;---&#10;Subscribe to the channel here: https://www.youtube.com/melrobbins​?sub_confirmation=1&#10;---&#10;Get my #1 NEW book, The High 5 Habit, here: http://high5habit.com&#10;---&#10;Follow me here:&#10;Instagram: https://www.instagram.com/melrobbins/​&#10;Facebook: http://facebook.com/melrobbins​&#10;Website: http://melrobbins.com​&#10;Twitter: http://twitter.com/melrobbins​&#10;TikTok: http://vm.tiktok.com/ZMdVcc93n/&#10;---&#10;Sign up for my newsletter written to YOU at: https://melrobbins.com/newsletter/​&#10;---&#10;Get three free guides + my Mindset Reset​​​ program at https://melrobbins.com/mindsetreset/​&#10;---&#10;Looking for my books on Amazon? Here they are!&#10;&#10;High 5 Habit: https://amzn.to/3qShLDY&#10;The 5 Second Rule: https://amzn.to/3372Rl9" id="199" name="Google Shape;199;p31" title="The Skill of Confidence &amp; How to Take Control of Your Mind! | Mel Robbin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0192" y="579605"/>
            <a:ext cx="12359616" cy="9269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ctrTitle"/>
          </p:nvPr>
        </p:nvSpPr>
        <p:spPr>
          <a:xfrm>
            <a:off x="515423" y="3212589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Thresholds to pause, moments to reflect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(intention, action, impact)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ctrTitle"/>
          </p:nvPr>
        </p:nvSpPr>
        <p:spPr>
          <a:xfrm>
            <a:off x="515423" y="3212589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Prime your brain with your intention: “I’m excited”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My people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15" name="Google Shape;215;p34"/>
          <p:cNvSpPr txBox="1"/>
          <p:nvPr>
            <p:ph idx="1" type="subTitle"/>
          </p:nvPr>
        </p:nvSpPr>
        <p:spPr>
          <a:xfrm>
            <a:off x="515409" y="5891409"/>
            <a:ext cx="14089200" cy="3275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[People map - who &amp; why]</a:t>
            </a:r>
            <a:endParaRPr/>
          </a:p>
        </p:txBody>
      </p:sp>
      <p:sp>
        <p:nvSpPr>
          <p:cNvPr id="221" name="Google Shape;221;p35"/>
          <p:cNvSpPr txBox="1"/>
          <p:nvPr>
            <p:ph idx="1" type="subTitle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