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692000" cx="15120000"/>
  <p:notesSz cx="6858000" cy="9144000"/>
  <p:embeddedFontLst>
    <p:embeddedFont>
      <p:font typeface="Proxima Nova"/>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A4A3A4"/>
          </p15:clr>
        </p15:guide>
        <p15:guide id="2" pos="47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4762"/>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roximaNova-bold.fntdata"/><Relationship Id="rId16" Type="http://schemas.openxmlformats.org/officeDocument/2006/relationships/font" Target="fonts/ProximaNova-regular.fntdata"/><Relationship Id="rId5" Type="http://schemas.openxmlformats.org/officeDocument/2006/relationships/notesMaster" Target="notesMasters/notesMaster1.xml"/><Relationship Id="rId19" Type="http://schemas.openxmlformats.org/officeDocument/2006/relationships/font" Target="fonts/ProximaNova-boldItalic.fntdata"/><Relationship Id="rId6" Type="http://schemas.openxmlformats.org/officeDocument/2006/relationships/slide" Target="slides/slide1.xml"/><Relationship Id="rId18" Type="http://schemas.openxmlformats.org/officeDocument/2006/relationships/font" Target="fonts/ProximaNova-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009ce78c95_0_170: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009ce78c95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0e541861d4_3_1477: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0e541861d4_3_1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1004762"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0e541861d4_3_1489: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0e541861d4_3_1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Rework this &amp; reframe as My Impact Canvas</a:t>
            </a:r>
            <a:endParaRPr/>
          </a:p>
          <a:p>
            <a:pPr indent="0" lvl="0" marL="0" rtl="0" algn="l">
              <a:spcBef>
                <a:spcPts val="0"/>
              </a:spcBef>
              <a:spcAft>
                <a:spcPts val="0"/>
              </a:spcAft>
              <a:buNone/>
            </a:pPr>
            <a:r>
              <a:rPr lang="en"/>
              <a:t>&gt;Reference One BIG THING CANVAS from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0e541861d4_3_1546: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0e541861d4_3_1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009ce78c95_0_45: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009ce78c9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0e541861d4_3_1551: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0e541861d4_3_1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Rework this &amp; reframe as My Impact Canvas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0e541861d4_3_1914: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0e541861d4_3_1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0e541861d4_3_1919: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0e541861d4_3_1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0e541861d4_3_1577:notes"/>
          <p:cNvSpPr/>
          <p:nvPr>
            <p:ph idx="2" type="sldImg"/>
          </p:nvPr>
        </p:nvSpPr>
        <p:spPr>
          <a:xfrm>
            <a:off x="1004755" y="685800"/>
            <a:ext cx="48492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0e541861d4_3_1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1" name="Google Shape;11;p2"/>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12" name="Google Shape;12;p2"/>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15409" y="4471058"/>
            <a:ext cx="14089200" cy="1749900"/>
          </a:xfrm>
          <a:prstGeom prst="rect">
            <a:avLst/>
          </a:prstGeom>
        </p:spPr>
        <p:txBody>
          <a:bodyPr anchorCtr="0" anchor="ctr" bIns="164125" lIns="164125" spcFirstLastPara="1" rIns="164125" wrap="square" tIns="164125">
            <a:normAutofit/>
          </a:bodyPr>
          <a:lstStyle>
            <a:lvl1pPr lvl="0" algn="ctr">
              <a:spcBef>
                <a:spcPts val="0"/>
              </a:spcBef>
              <a:spcAft>
                <a:spcPts val="0"/>
              </a:spcAft>
              <a:buSzPts val="6500"/>
              <a:buNone/>
              <a:defRPr sz="6500"/>
            </a:lvl1pPr>
            <a:lvl2pPr lvl="1" algn="ctr">
              <a:spcBef>
                <a:spcPts val="0"/>
              </a:spcBef>
              <a:spcAft>
                <a:spcPts val="0"/>
              </a:spcAft>
              <a:buSzPts val="6500"/>
              <a:buNone/>
              <a:defRPr sz="6500"/>
            </a:lvl2pPr>
            <a:lvl3pPr lvl="2" algn="ctr">
              <a:spcBef>
                <a:spcPts val="0"/>
              </a:spcBef>
              <a:spcAft>
                <a:spcPts val="0"/>
              </a:spcAft>
              <a:buSzPts val="6500"/>
              <a:buNone/>
              <a:defRPr sz="6500"/>
            </a:lvl3pPr>
            <a:lvl4pPr lvl="3" algn="ctr">
              <a:spcBef>
                <a:spcPts val="0"/>
              </a:spcBef>
              <a:spcAft>
                <a:spcPts val="0"/>
              </a:spcAft>
              <a:buSzPts val="6500"/>
              <a:buNone/>
              <a:defRPr sz="6500"/>
            </a:lvl4pPr>
            <a:lvl5pPr lvl="4" algn="ctr">
              <a:spcBef>
                <a:spcPts val="0"/>
              </a:spcBef>
              <a:spcAft>
                <a:spcPts val="0"/>
              </a:spcAft>
              <a:buSzPts val="6500"/>
              <a:buNone/>
              <a:defRPr sz="6500"/>
            </a:lvl5pPr>
            <a:lvl6pPr lvl="5" algn="ctr">
              <a:spcBef>
                <a:spcPts val="0"/>
              </a:spcBef>
              <a:spcAft>
                <a:spcPts val="0"/>
              </a:spcAft>
              <a:buSzPts val="6500"/>
              <a:buNone/>
              <a:defRPr sz="6500"/>
            </a:lvl6pPr>
            <a:lvl7pPr lvl="6" algn="ctr">
              <a:spcBef>
                <a:spcPts val="0"/>
              </a:spcBef>
              <a:spcAft>
                <a:spcPts val="0"/>
              </a:spcAft>
              <a:buSzPts val="6500"/>
              <a:buNone/>
              <a:defRPr sz="6500"/>
            </a:lvl7pPr>
            <a:lvl8pPr lvl="7" algn="ctr">
              <a:spcBef>
                <a:spcPts val="0"/>
              </a:spcBef>
              <a:spcAft>
                <a:spcPts val="0"/>
              </a:spcAft>
              <a:buSzPts val="6500"/>
              <a:buNone/>
              <a:defRPr sz="6500"/>
            </a:lvl8pPr>
            <a:lvl9pPr lvl="8" algn="ctr">
              <a:spcBef>
                <a:spcPts val="0"/>
              </a:spcBef>
              <a:spcAft>
                <a:spcPts val="0"/>
              </a:spcAft>
              <a:buSzPts val="6500"/>
              <a:buNone/>
              <a:defRPr sz="6500"/>
            </a:lvl9pPr>
          </a:lstStyle>
          <a:p/>
        </p:txBody>
      </p:sp>
      <p:sp>
        <p:nvSpPr>
          <p:cNvPr id="15" name="Google Shape;15;p3"/>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18" name="Google Shape;18;p4"/>
          <p:cNvSpPr txBox="1"/>
          <p:nvPr>
            <p:ph idx="1" type="body"/>
          </p:nvPr>
        </p:nvSpPr>
        <p:spPr>
          <a:xfrm>
            <a:off x="515409" y="2395696"/>
            <a:ext cx="14089200" cy="7101900"/>
          </a:xfrm>
          <a:prstGeom prst="rect">
            <a:avLst/>
          </a:prstGeom>
        </p:spPr>
        <p:txBody>
          <a:bodyPr anchorCtr="0" anchor="t" bIns="164125" lIns="164125" spcFirstLastPara="1" rIns="164125" wrap="square" tIns="164125">
            <a:normAutofit/>
          </a:bodyPr>
          <a:lstStyle>
            <a:lvl1pPr indent="-431800" lvl="0" marL="457200">
              <a:spcBef>
                <a:spcPts val="0"/>
              </a:spcBef>
              <a:spcAft>
                <a:spcPts val="0"/>
              </a:spcAft>
              <a:buSzPts val="32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19" name="Google Shape;19;p4"/>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22" name="Google Shape;22;p5"/>
          <p:cNvSpPr txBox="1"/>
          <p:nvPr>
            <p:ph idx="1" type="body"/>
          </p:nvPr>
        </p:nvSpPr>
        <p:spPr>
          <a:xfrm>
            <a:off x="515409" y="2395696"/>
            <a:ext cx="6614100" cy="7101900"/>
          </a:xfrm>
          <a:prstGeom prst="rect">
            <a:avLst/>
          </a:prstGeom>
        </p:spPr>
        <p:txBody>
          <a:bodyPr anchorCtr="0" anchor="t" bIns="164125" lIns="164125" spcFirstLastPara="1" rIns="164125" wrap="square" tIns="164125">
            <a:normAutofit/>
          </a:bodyPr>
          <a:lstStyle>
            <a:lvl1pPr indent="-387350" lvl="0" marL="457200">
              <a:spcBef>
                <a:spcPts val="0"/>
              </a:spcBef>
              <a:spcAft>
                <a:spcPts val="0"/>
              </a:spcAft>
              <a:buSzPts val="2500"/>
              <a:buChar char="●"/>
              <a:defRPr sz="25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23" name="Google Shape;23;p5"/>
          <p:cNvSpPr txBox="1"/>
          <p:nvPr>
            <p:ph idx="2" type="body"/>
          </p:nvPr>
        </p:nvSpPr>
        <p:spPr>
          <a:xfrm>
            <a:off x="7990583" y="2395696"/>
            <a:ext cx="6614100" cy="7101900"/>
          </a:xfrm>
          <a:prstGeom prst="rect">
            <a:avLst/>
          </a:prstGeom>
        </p:spPr>
        <p:txBody>
          <a:bodyPr anchorCtr="0" anchor="t" bIns="164125" lIns="164125" spcFirstLastPara="1" rIns="164125" wrap="square" tIns="164125">
            <a:normAutofit/>
          </a:bodyPr>
          <a:lstStyle>
            <a:lvl1pPr indent="-387350" lvl="0" marL="457200">
              <a:spcBef>
                <a:spcPts val="0"/>
              </a:spcBef>
              <a:spcAft>
                <a:spcPts val="0"/>
              </a:spcAft>
              <a:buSzPts val="2500"/>
              <a:buChar char="●"/>
              <a:defRPr sz="25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24" name="Google Shape;24;p5"/>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15409" y="925091"/>
            <a:ext cx="14089200" cy="1190400"/>
          </a:xfrm>
          <a:prstGeom prst="rect">
            <a:avLst/>
          </a:prstGeom>
        </p:spPr>
        <p:txBody>
          <a:bodyPr anchorCtr="0" anchor="t" bIns="164125" lIns="164125" spcFirstLastPara="1" rIns="164125" wrap="square" tIns="164125">
            <a:normAutofit/>
          </a:bodyPr>
          <a:lstStyle>
            <a:lvl1pPr lvl="0">
              <a:spcBef>
                <a:spcPts val="0"/>
              </a:spcBef>
              <a:spcAft>
                <a:spcPts val="0"/>
              </a:spcAft>
              <a:buSzPts val="5000"/>
              <a:buNone/>
              <a:defRPr/>
            </a:lvl1pPr>
            <a:lvl2pPr lvl="1">
              <a:spcBef>
                <a:spcPts val="0"/>
              </a:spcBef>
              <a:spcAft>
                <a:spcPts val="0"/>
              </a:spcAft>
              <a:buSzPts val="5000"/>
              <a:buNone/>
              <a:defRPr/>
            </a:lvl2pPr>
            <a:lvl3pPr lvl="2">
              <a:spcBef>
                <a:spcPts val="0"/>
              </a:spcBef>
              <a:spcAft>
                <a:spcPts val="0"/>
              </a:spcAft>
              <a:buSzPts val="5000"/>
              <a:buNone/>
              <a:defRPr/>
            </a:lvl3pPr>
            <a:lvl4pPr lvl="3">
              <a:spcBef>
                <a:spcPts val="0"/>
              </a:spcBef>
              <a:spcAft>
                <a:spcPts val="0"/>
              </a:spcAft>
              <a:buSzPts val="5000"/>
              <a:buNone/>
              <a:defRPr/>
            </a:lvl4pPr>
            <a:lvl5pPr lvl="4">
              <a:spcBef>
                <a:spcPts val="0"/>
              </a:spcBef>
              <a:spcAft>
                <a:spcPts val="0"/>
              </a:spcAft>
              <a:buSzPts val="5000"/>
              <a:buNone/>
              <a:defRPr/>
            </a:lvl5pPr>
            <a:lvl6pPr lvl="5">
              <a:spcBef>
                <a:spcPts val="0"/>
              </a:spcBef>
              <a:spcAft>
                <a:spcPts val="0"/>
              </a:spcAft>
              <a:buSzPts val="5000"/>
              <a:buNone/>
              <a:defRPr/>
            </a:lvl6pPr>
            <a:lvl7pPr lvl="6">
              <a:spcBef>
                <a:spcPts val="0"/>
              </a:spcBef>
              <a:spcAft>
                <a:spcPts val="0"/>
              </a:spcAft>
              <a:buSzPts val="5000"/>
              <a:buNone/>
              <a:defRPr/>
            </a:lvl7pPr>
            <a:lvl8pPr lvl="7">
              <a:spcBef>
                <a:spcPts val="0"/>
              </a:spcBef>
              <a:spcAft>
                <a:spcPts val="0"/>
              </a:spcAft>
              <a:buSzPts val="5000"/>
              <a:buNone/>
              <a:defRPr/>
            </a:lvl8pPr>
            <a:lvl9pPr lvl="8">
              <a:spcBef>
                <a:spcPts val="0"/>
              </a:spcBef>
              <a:spcAft>
                <a:spcPts val="0"/>
              </a:spcAft>
              <a:buSzPts val="5000"/>
              <a:buNone/>
              <a:defRPr/>
            </a:lvl9pPr>
          </a:lstStyle>
          <a:p/>
        </p:txBody>
      </p:sp>
      <p:sp>
        <p:nvSpPr>
          <p:cNvPr id="27" name="Google Shape;27;p6"/>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15409" y="1154948"/>
            <a:ext cx="4643100" cy="1570800"/>
          </a:xfrm>
          <a:prstGeom prst="rect">
            <a:avLst/>
          </a:prstGeom>
        </p:spPr>
        <p:txBody>
          <a:bodyPr anchorCtr="0" anchor="b" bIns="164125" lIns="164125" spcFirstLastPara="1" rIns="164125" wrap="square" tIns="164125">
            <a:normAutofit/>
          </a:bodyPr>
          <a:lstStyle>
            <a:lvl1pPr lvl="0">
              <a:spcBef>
                <a:spcPts val="0"/>
              </a:spcBef>
              <a:spcAft>
                <a:spcPts val="0"/>
              </a:spcAft>
              <a:buSzPts val="4300"/>
              <a:buNone/>
              <a:defRPr sz="4300"/>
            </a:lvl1pPr>
            <a:lvl2pPr lvl="1">
              <a:spcBef>
                <a:spcPts val="0"/>
              </a:spcBef>
              <a:spcAft>
                <a:spcPts val="0"/>
              </a:spcAft>
              <a:buSzPts val="4300"/>
              <a:buNone/>
              <a:defRPr sz="4300"/>
            </a:lvl2pPr>
            <a:lvl3pPr lvl="2">
              <a:spcBef>
                <a:spcPts val="0"/>
              </a:spcBef>
              <a:spcAft>
                <a:spcPts val="0"/>
              </a:spcAft>
              <a:buSzPts val="4300"/>
              <a:buNone/>
              <a:defRPr sz="4300"/>
            </a:lvl3pPr>
            <a:lvl4pPr lvl="3">
              <a:spcBef>
                <a:spcPts val="0"/>
              </a:spcBef>
              <a:spcAft>
                <a:spcPts val="0"/>
              </a:spcAft>
              <a:buSzPts val="4300"/>
              <a:buNone/>
              <a:defRPr sz="4300"/>
            </a:lvl4pPr>
            <a:lvl5pPr lvl="4">
              <a:spcBef>
                <a:spcPts val="0"/>
              </a:spcBef>
              <a:spcAft>
                <a:spcPts val="0"/>
              </a:spcAft>
              <a:buSzPts val="4300"/>
              <a:buNone/>
              <a:defRPr sz="4300"/>
            </a:lvl5pPr>
            <a:lvl6pPr lvl="5">
              <a:spcBef>
                <a:spcPts val="0"/>
              </a:spcBef>
              <a:spcAft>
                <a:spcPts val="0"/>
              </a:spcAft>
              <a:buSzPts val="4300"/>
              <a:buNone/>
              <a:defRPr sz="4300"/>
            </a:lvl6pPr>
            <a:lvl7pPr lvl="6">
              <a:spcBef>
                <a:spcPts val="0"/>
              </a:spcBef>
              <a:spcAft>
                <a:spcPts val="0"/>
              </a:spcAft>
              <a:buSzPts val="4300"/>
              <a:buNone/>
              <a:defRPr sz="4300"/>
            </a:lvl7pPr>
            <a:lvl8pPr lvl="7">
              <a:spcBef>
                <a:spcPts val="0"/>
              </a:spcBef>
              <a:spcAft>
                <a:spcPts val="0"/>
              </a:spcAft>
              <a:buSzPts val="4300"/>
              <a:buNone/>
              <a:defRPr sz="4300"/>
            </a:lvl8pPr>
            <a:lvl9pPr lvl="8">
              <a:spcBef>
                <a:spcPts val="0"/>
              </a:spcBef>
              <a:spcAft>
                <a:spcPts val="0"/>
              </a:spcAft>
              <a:buSzPts val="4300"/>
              <a:buNone/>
              <a:defRPr sz="4300"/>
            </a:lvl9pPr>
          </a:lstStyle>
          <a:p/>
        </p:txBody>
      </p:sp>
      <p:sp>
        <p:nvSpPr>
          <p:cNvPr id="30" name="Google Shape;30;p7"/>
          <p:cNvSpPr txBox="1"/>
          <p:nvPr>
            <p:ph idx="1" type="body"/>
          </p:nvPr>
        </p:nvSpPr>
        <p:spPr>
          <a:xfrm>
            <a:off x="515409" y="2888617"/>
            <a:ext cx="4643100" cy="6609000"/>
          </a:xfrm>
          <a:prstGeom prst="rect">
            <a:avLst/>
          </a:prstGeom>
        </p:spPr>
        <p:txBody>
          <a:bodyPr anchorCtr="0" anchor="t" bIns="164125" lIns="164125" spcFirstLastPara="1" rIns="164125" wrap="square" tIns="164125">
            <a:normAutofit/>
          </a:bodyPr>
          <a:lstStyle>
            <a:lvl1pPr indent="-368300" lvl="0" marL="457200">
              <a:spcBef>
                <a:spcPts val="0"/>
              </a:spcBef>
              <a:spcAft>
                <a:spcPts val="0"/>
              </a:spcAft>
              <a:buSzPts val="2200"/>
              <a:buChar char="●"/>
              <a:defRPr sz="2200"/>
            </a:lvl1pPr>
            <a:lvl2pPr indent="-368300" lvl="1" marL="914400">
              <a:spcBef>
                <a:spcPts val="0"/>
              </a:spcBef>
              <a:spcAft>
                <a:spcPts val="0"/>
              </a:spcAft>
              <a:buSzPts val="2200"/>
              <a:buChar char="○"/>
              <a:defRPr sz="2200"/>
            </a:lvl2pPr>
            <a:lvl3pPr indent="-368300" lvl="2" marL="1371600">
              <a:spcBef>
                <a:spcPts val="0"/>
              </a:spcBef>
              <a:spcAft>
                <a:spcPts val="0"/>
              </a:spcAft>
              <a:buSzPts val="2200"/>
              <a:buChar char="■"/>
              <a:defRPr sz="2200"/>
            </a:lvl3pPr>
            <a:lvl4pPr indent="-368300" lvl="3" marL="1828800">
              <a:spcBef>
                <a:spcPts val="0"/>
              </a:spcBef>
              <a:spcAft>
                <a:spcPts val="0"/>
              </a:spcAft>
              <a:buSzPts val="2200"/>
              <a:buChar char="●"/>
              <a:defRPr sz="2200"/>
            </a:lvl4pPr>
            <a:lvl5pPr indent="-368300" lvl="4" marL="2286000">
              <a:spcBef>
                <a:spcPts val="0"/>
              </a:spcBef>
              <a:spcAft>
                <a:spcPts val="0"/>
              </a:spcAft>
              <a:buSzPts val="2200"/>
              <a:buChar char="○"/>
              <a:defRPr sz="2200"/>
            </a:lvl5pPr>
            <a:lvl6pPr indent="-368300" lvl="5" marL="2743200">
              <a:spcBef>
                <a:spcPts val="0"/>
              </a:spcBef>
              <a:spcAft>
                <a:spcPts val="0"/>
              </a:spcAft>
              <a:buSzPts val="2200"/>
              <a:buChar char="■"/>
              <a:defRPr sz="2200"/>
            </a:lvl6pPr>
            <a:lvl7pPr indent="-368300" lvl="6" marL="3200400">
              <a:spcBef>
                <a:spcPts val="0"/>
              </a:spcBef>
              <a:spcAft>
                <a:spcPts val="0"/>
              </a:spcAft>
              <a:buSzPts val="2200"/>
              <a:buChar char="●"/>
              <a:defRPr sz="2200"/>
            </a:lvl7pPr>
            <a:lvl8pPr indent="-368300" lvl="7" marL="3657600">
              <a:spcBef>
                <a:spcPts val="0"/>
              </a:spcBef>
              <a:spcAft>
                <a:spcPts val="0"/>
              </a:spcAft>
              <a:buSzPts val="2200"/>
              <a:buChar char="○"/>
              <a:defRPr sz="2200"/>
            </a:lvl8pPr>
            <a:lvl9pPr indent="-368300" lvl="8" marL="4114800">
              <a:spcBef>
                <a:spcPts val="0"/>
              </a:spcBef>
              <a:spcAft>
                <a:spcPts val="0"/>
              </a:spcAft>
              <a:buSzPts val="2200"/>
              <a:buChar char="■"/>
              <a:defRPr sz="2200"/>
            </a:lvl9pPr>
          </a:lstStyle>
          <a:p/>
        </p:txBody>
      </p:sp>
      <p:sp>
        <p:nvSpPr>
          <p:cNvPr id="31" name="Google Shape;31;p7"/>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10650" y="935745"/>
            <a:ext cx="10529400" cy="8503800"/>
          </a:xfrm>
          <a:prstGeom prst="rect">
            <a:avLst/>
          </a:prstGeom>
        </p:spPr>
        <p:txBody>
          <a:bodyPr anchorCtr="0" anchor="ctr" bIns="164125" lIns="164125" spcFirstLastPara="1" rIns="164125" wrap="square" tIns="164125">
            <a:normAutofit/>
          </a:bodyPr>
          <a:lstStyle>
            <a:lvl1pPr lvl="0">
              <a:spcBef>
                <a:spcPts val="0"/>
              </a:spcBef>
              <a:spcAft>
                <a:spcPts val="0"/>
              </a:spcAft>
              <a:buSzPts val="8600"/>
              <a:buNone/>
              <a:defRPr sz="8600"/>
            </a:lvl1pPr>
            <a:lvl2pPr lvl="1">
              <a:spcBef>
                <a:spcPts val="0"/>
              </a:spcBef>
              <a:spcAft>
                <a:spcPts val="0"/>
              </a:spcAft>
              <a:buSzPts val="8600"/>
              <a:buNone/>
              <a:defRPr sz="8600"/>
            </a:lvl2pPr>
            <a:lvl3pPr lvl="2">
              <a:spcBef>
                <a:spcPts val="0"/>
              </a:spcBef>
              <a:spcAft>
                <a:spcPts val="0"/>
              </a:spcAft>
              <a:buSzPts val="8600"/>
              <a:buNone/>
              <a:defRPr sz="8600"/>
            </a:lvl3pPr>
            <a:lvl4pPr lvl="3">
              <a:spcBef>
                <a:spcPts val="0"/>
              </a:spcBef>
              <a:spcAft>
                <a:spcPts val="0"/>
              </a:spcAft>
              <a:buSzPts val="8600"/>
              <a:buNone/>
              <a:defRPr sz="8600"/>
            </a:lvl4pPr>
            <a:lvl5pPr lvl="4">
              <a:spcBef>
                <a:spcPts val="0"/>
              </a:spcBef>
              <a:spcAft>
                <a:spcPts val="0"/>
              </a:spcAft>
              <a:buSzPts val="8600"/>
              <a:buNone/>
              <a:defRPr sz="8600"/>
            </a:lvl5pPr>
            <a:lvl6pPr lvl="5">
              <a:spcBef>
                <a:spcPts val="0"/>
              </a:spcBef>
              <a:spcAft>
                <a:spcPts val="0"/>
              </a:spcAft>
              <a:buSzPts val="8600"/>
              <a:buNone/>
              <a:defRPr sz="8600"/>
            </a:lvl6pPr>
            <a:lvl7pPr lvl="6">
              <a:spcBef>
                <a:spcPts val="0"/>
              </a:spcBef>
              <a:spcAft>
                <a:spcPts val="0"/>
              </a:spcAft>
              <a:buSzPts val="8600"/>
              <a:buNone/>
              <a:defRPr sz="8600"/>
            </a:lvl7pPr>
            <a:lvl8pPr lvl="7">
              <a:spcBef>
                <a:spcPts val="0"/>
              </a:spcBef>
              <a:spcAft>
                <a:spcPts val="0"/>
              </a:spcAft>
              <a:buSzPts val="8600"/>
              <a:buNone/>
              <a:defRPr sz="8600"/>
            </a:lvl8pPr>
            <a:lvl9pPr lvl="8">
              <a:spcBef>
                <a:spcPts val="0"/>
              </a:spcBef>
              <a:spcAft>
                <a:spcPts val="0"/>
              </a:spcAft>
              <a:buSzPts val="8600"/>
              <a:buNone/>
              <a:defRPr sz="8600"/>
            </a:lvl9pPr>
          </a:lstStyle>
          <a:p/>
        </p:txBody>
      </p:sp>
      <p:sp>
        <p:nvSpPr>
          <p:cNvPr id="34" name="Google Shape;34;p8"/>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560000" y="-260"/>
            <a:ext cx="7560000" cy="10692000"/>
          </a:xfrm>
          <a:prstGeom prst="rect">
            <a:avLst/>
          </a:prstGeom>
          <a:solidFill>
            <a:schemeClr val="lt2"/>
          </a:solidFill>
          <a:ln>
            <a:noFill/>
          </a:ln>
        </p:spPr>
        <p:txBody>
          <a:bodyPr anchorCtr="0" anchor="ctr" bIns="164125" lIns="164125" spcFirstLastPara="1" rIns="164125" wrap="square" tIns="1641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39016" y="2563450"/>
            <a:ext cx="6688800" cy="30813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7500"/>
              <a:buNone/>
              <a:defRPr sz="7500"/>
            </a:lvl1pPr>
            <a:lvl2pPr lvl="1" algn="ctr">
              <a:spcBef>
                <a:spcPts val="0"/>
              </a:spcBef>
              <a:spcAft>
                <a:spcPts val="0"/>
              </a:spcAft>
              <a:buSzPts val="7500"/>
              <a:buNone/>
              <a:defRPr sz="7500"/>
            </a:lvl2pPr>
            <a:lvl3pPr lvl="2" algn="ctr">
              <a:spcBef>
                <a:spcPts val="0"/>
              </a:spcBef>
              <a:spcAft>
                <a:spcPts val="0"/>
              </a:spcAft>
              <a:buSzPts val="7500"/>
              <a:buNone/>
              <a:defRPr sz="7500"/>
            </a:lvl3pPr>
            <a:lvl4pPr lvl="3" algn="ctr">
              <a:spcBef>
                <a:spcPts val="0"/>
              </a:spcBef>
              <a:spcAft>
                <a:spcPts val="0"/>
              </a:spcAft>
              <a:buSzPts val="7500"/>
              <a:buNone/>
              <a:defRPr sz="7500"/>
            </a:lvl4pPr>
            <a:lvl5pPr lvl="4" algn="ctr">
              <a:spcBef>
                <a:spcPts val="0"/>
              </a:spcBef>
              <a:spcAft>
                <a:spcPts val="0"/>
              </a:spcAft>
              <a:buSzPts val="7500"/>
              <a:buNone/>
              <a:defRPr sz="7500"/>
            </a:lvl5pPr>
            <a:lvl6pPr lvl="5" algn="ctr">
              <a:spcBef>
                <a:spcPts val="0"/>
              </a:spcBef>
              <a:spcAft>
                <a:spcPts val="0"/>
              </a:spcAft>
              <a:buSzPts val="7500"/>
              <a:buNone/>
              <a:defRPr sz="7500"/>
            </a:lvl6pPr>
            <a:lvl7pPr lvl="6" algn="ctr">
              <a:spcBef>
                <a:spcPts val="0"/>
              </a:spcBef>
              <a:spcAft>
                <a:spcPts val="0"/>
              </a:spcAft>
              <a:buSzPts val="7500"/>
              <a:buNone/>
              <a:defRPr sz="7500"/>
            </a:lvl7pPr>
            <a:lvl8pPr lvl="7" algn="ctr">
              <a:spcBef>
                <a:spcPts val="0"/>
              </a:spcBef>
              <a:spcAft>
                <a:spcPts val="0"/>
              </a:spcAft>
              <a:buSzPts val="7500"/>
              <a:buNone/>
              <a:defRPr sz="7500"/>
            </a:lvl8pPr>
            <a:lvl9pPr lvl="8" algn="ctr">
              <a:spcBef>
                <a:spcPts val="0"/>
              </a:spcBef>
              <a:spcAft>
                <a:spcPts val="0"/>
              </a:spcAft>
              <a:buSzPts val="7500"/>
              <a:buNone/>
              <a:defRPr sz="7500"/>
            </a:lvl9pPr>
          </a:lstStyle>
          <a:p/>
        </p:txBody>
      </p:sp>
      <p:sp>
        <p:nvSpPr>
          <p:cNvPr id="38" name="Google Shape;38;p9"/>
          <p:cNvSpPr txBox="1"/>
          <p:nvPr>
            <p:ph idx="1" type="subTitle"/>
          </p:nvPr>
        </p:nvSpPr>
        <p:spPr>
          <a:xfrm>
            <a:off x="439016" y="5826865"/>
            <a:ext cx="6688800" cy="2567400"/>
          </a:xfrm>
          <a:prstGeom prst="rect">
            <a:avLst/>
          </a:prstGeom>
        </p:spPr>
        <p:txBody>
          <a:bodyPr anchorCtr="0" anchor="t" bIns="164125" lIns="164125" spcFirstLastPara="1" rIns="164125" wrap="square" tIns="1641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9" name="Google Shape;39;p9"/>
          <p:cNvSpPr txBox="1"/>
          <p:nvPr>
            <p:ph idx="2" type="body"/>
          </p:nvPr>
        </p:nvSpPr>
        <p:spPr>
          <a:xfrm>
            <a:off x="8167677" y="1505164"/>
            <a:ext cx="6344700" cy="7681200"/>
          </a:xfrm>
          <a:prstGeom prst="rect">
            <a:avLst/>
          </a:prstGeom>
        </p:spPr>
        <p:txBody>
          <a:bodyPr anchorCtr="0" anchor="ctr" bIns="164125" lIns="164125" spcFirstLastPara="1" rIns="164125" wrap="square" tIns="164125">
            <a:normAutofit/>
          </a:bodyPr>
          <a:lstStyle>
            <a:lvl1pPr indent="-431800" lvl="0" marL="457200">
              <a:spcBef>
                <a:spcPts val="0"/>
              </a:spcBef>
              <a:spcAft>
                <a:spcPts val="0"/>
              </a:spcAft>
              <a:buSzPts val="3200"/>
              <a:buChar char="●"/>
              <a:defRPr/>
            </a:lvl1pPr>
            <a:lvl2pPr indent="-387350" lvl="1" marL="914400">
              <a:spcBef>
                <a:spcPts val="0"/>
              </a:spcBef>
              <a:spcAft>
                <a:spcPts val="0"/>
              </a:spcAft>
              <a:buSzPts val="2500"/>
              <a:buChar char="○"/>
              <a:defRPr/>
            </a:lvl2pPr>
            <a:lvl3pPr indent="-387350" lvl="2" marL="1371600">
              <a:spcBef>
                <a:spcPts val="0"/>
              </a:spcBef>
              <a:spcAft>
                <a:spcPts val="0"/>
              </a:spcAft>
              <a:buSzPts val="2500"/>
              <a:buChar char="■"/>
              <a:defRPr/>
            </a:lvl3pPr>
            <a:lvl4pPr indent="-387350" lvl="3" marL="1828800">
              <a:spcBef>
                <a:spcPts val="0"/>
              </a:spcBef>
              <a:spcAft>
                <a:spcPts val="0"/>
              </a:spcAft>
              <a:buSzPts val="2500"/>
              <a:buChar char="●"/>
              <a:defRPr/>
            </a:lvl4pPr>
            <a:lvl5pPr indent="-387350" lvl="4" marL="2286000">
              <a:spcBef>
                <a:spcPts val="0"/>
              </a:spcBef>
              <a:spcAft>
                <a:spcPts val="0"/>
              </a:spcAft>
              <a:buSzPts val="2500"/>
              <a:buChar char="○"/>
              <a:defRPr/>
            </a:lvl5pPr>
            <a:lvl6pPr indent="-387350" lvl="5" marL="2743200">
              <a:spcBef>
                <a:spcPts val="0"/>
              </a:spcBef>
              <a:spcAft>
                <a:spcPts val="0"/>
              </a:spcAft>
              <a:buSzPts val="2500"/>
              <a:buChar char="■"/>
              <a:defRPr/>
            </a:lvl6pPr>
            <a:lvl7pPr indent="-387350" lvl="6" marL="3200400">
              <a:spcBef>
                <a:spcPts val="0"/>
              </a:spcBef>
              <a:spcAft>
                <a:spcPts val="0"/>
              </a:spcAft>
              <a:buSzPts val="2500"/>
              <a:buChar char="●"/>
              <a:defRPr/>
            </a:lvl7pPr>
            <a:lvl8pPr indent="-387350" lvl="7" marL="3657600">
              <a:spcBef>
                <a:spcPts val="0"/>
              </a:spcBef>
              <a:spcAft>
                <a:spcPts val="0"/>
              </a:spcAft>
              <a:buSzPts val="2500"/>
              <a:buChar char="○"/>
              <a:defRPr/>
            </a:lvl8pPr>
            <a:lvl9pPr indent="-387350" lvl="8" marL="4114800">
              <a:spcBef>
                <a:spcPts val="0"/>
              </a:spcBef>
              <a:spcAft>
                <a:spcPts val="0"/>
              </a:spcAft>
              <a:buSzPts val="2500"/>
              <a:buChar char="■"/>
              <a:defRPr/>
            </a:lvl9pPr>
          </a:lstStyle>
          <a:p/>
        </p:txBody>
      </p:sp>
      <p:sp>
        <p:nvSpPr>
          <p:cNvPr id="40" name="Google Shape;40;p9"/>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15409" y="8794266"/>
            <a:ext cx="9919200" cy="1257900"/>
          </a:xfrm>
          <a:prstGeom prst="rect">
            <a:avLst/>
          </a:prstGeom>
        </p:spPr>
        <p:txBody>
          <a:bodyPr anchorCtr="0" anchor="ctr" bIns="164125" lIns="164125" spcFirstLastPara="1" rIns="164125" wrap="square" tIns="164125">
            <a:normAutofit/>
          </a:bodyPr>
          <a:lstStyle>
            <a:lvl1pPr indent="-228600" lvl="0" marL="457200">
              <a:lnSpc>
                <a:spcPct val="100000"/>
              </a:lnSpc>
              <a:spcBef>
                <a:spcPts val="0"/>
              </a:spcBef>
              <a:spcAft>
                <a:spcPts val="0"/>
              </a:spcAft>
              <a:buSzPts val="3200"/>
              <a:buNone/>
              <a:defRPr/>
            </a:lvl1pPr>
          </a:lstStyle>
          <a:p/>
        </p:txBody>
      </p:sp>
      <p:sp>
        <p:nvSpPr>
          <p:cNvPr id="43" name="Google Shape;43;p10"/>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15409" y="2299346"/>
            <a:ext cx="14089200" cy="4081500"/>
          </a:xfrm>
          <a:prstGeom prst="rect">
            <a:avLst/>
          </a:prstGeom>
        </p:spPr>
        <p:txBody>
          <a:bodyPr anchorCtr="0" anchor="b" bIns="164125" lIns="164125" spcFirstLastPara="1" rIns="164125" wrap="square" tIns="164125">
            <a:normAutofit/>
          </a:bodyPr>
          <a:lstStyle>
            <a:lvl1pPr lvl="0" algn="ctr">
              <a:spcBef>
                <a:spcPts val="0"/>
              </a:spcBef>
              <a:spcAft>
                <a:spcPts val="0"/>
              </a:spcAft>
              <a:buSzPts val="21500"/>
              <a:buNone/>
              <a:defRPr sz="21500"/>
            </a:lvl1pPr>
            <a:lvl2pPr lvl="1" algn="ctr">
              <a:spcBef>
                <a:spcPts val="0"/>
              </a:spcBef>
              <a:spcAft>
                <a:spcPts val="0"/>
              </a:spcAft>
              <a:buSzPts val="21500"/>
              <a:buNone/>
              <a:defRPr sz="21500"/>
            </a:lvl2pPr>
            <a:lvl3pPr lvl="2" algn="ctr">
              <a:spcBef>
                <a:spcPts val="0"/>
              </a:spcBef>
              <a:spcAft>
                <a:spcPts val="0"/>
              </a:spcAft>
              <a:buSzPts val="21500"/>
              <a:buNone/>
              <a:defRPr sz="21500"/>
            </a:lvl3pPr>
            <a:lvl4pPr lvl="3" algn="ctr">
              <a:spcBef>
                <a:spcPts val="0"/>
              </a:spcBef>
              <a:spcAft>
                <a:spcPts val="0"/>
              </a:spcAft>
              <a:buSzPts val="21500"/>
              <a:buNone/>
              <a:defRPr sz="21500"/>
            </a:lvl4pPr>
            <a:lvl5pPr lvl="4" algn="ctr">
              <a:spcBef>
                <a:spcPts val="0"/>
              </a:spcBef>
              <a:spcAft>
                <a:spcPts val="0"/>
              </a:spcAft>
              <a:buSzPts val="21500"/>
              <a:buNone/>
              <a:defRPr sz="21500"/>
            </a:lvl5pPr>
            <a:lvl6pPr lvl="5" algn="ctr">
              <a:spcBef>
                <a:spcPts val="0"/>
              </a:spcBef>
              <a:spcAft>
                <a:spcPts val="0"/>
              </a:spcAft>
              <a:buSzPts val="21500"/>
              <a:buNone/>
              <a:defRPr sz="21500"/>
            </a:lvl6pPr>
            <a:lvl7pPr lvl="6" algn="ctr">
              <a:spcBef>
                <a:spcPts val="0"/>
              </a:spcBef>
              <a:spcAft>
                <a:spcPts val="0"/>
              </a:spcAft>
              <a:buSzPts val="21500"/>
              <a:buNone/>
              <a:defRPr sz="21500"/>
            </a:lvl7pPr>
            <a:lvl8pPr lvl="7" algn="ctr">
              <a:spcBef>
                <a:spcPts val="0"/>
              </a:spcBef>
              <a:spcAft>
                <a:spcPts val="0"/>
              </a:spcAft>
              <a:buSzPts val="21500"/>
              <a:buNone/>
              <a:defRPr sz="21500"/>
            </a:lvl8pPr>
            <a:lvl9pPr lvl="8" algn="ctr">
              <a:spcBef>
                <a:spcPts val="0"/>
              </a:spcBef>
              <a:spcAft>
                <a:spcPts val="0"/>
              </a:spcAft>
              <a:buSzPts val="21500"/>
              <a:buNone/>
              <a:defRPr sz="21500"/>
            </a:lvl9pPr>
          </a:lstStyle>
          <a:p>
            <a:r>
              <a:t>xx%</a:t>
            </a:r>
          </a:p>
        </p:txBody>
      </p:sp>
      <p:sp>
        <p:nvSpPr>
          <p:cNvPr id="46" name="Google Shape;46;p11"/>
          <p:cNvSpPr txBox="1"/>
          <p:nvPr>
            <p:ph idx="1" type="body"/>
          </p:nvPr>
        </p:nvSpPr>
        <p:spPr>
          <a:xfrm>
            <a:off x="515409" y="6552657"/>
            <a:ext cx="14089200" cy="2703900"/>
          </a:xfrm>
          <a:prstGeom prst="rect">
            <a:avLst/>
          </a:prstGeom>
        </p:spPr>
        <p:txBody>
          <a:bodyPr anchorCtr="0" anchor="t" bIns="164125" lIns="164125" spcFirstLastPara="1" rIns="164125" wrap="square" tIns="164125">
            <a:normAutofit/>
          </a:bodyPr>
          <a:lstStyle>
            <a:lvl1pPr indent="-431800" lvl="0" marL="457200" algn="ctr">
              <a:spcBef>
                <a:spcPts val="0"/>
              </a:spcBef>
              <a:spcAft>
                <a:spcPts val="0"/>
              </a:spcAft>
              <a:buSzPts val="3200"/>
              <a:buChar char="●"/>
              <a:defRPr/>
            </a:lvl1pPr>
            <a:lvl2pPr indent="-387350" lvl="1" marL="914400" algn="ctr">
              <a:spcBef>
                <a:spcPts val="0"/>
              </a:spcBef>
              <a:spcAft>
                <a:spcPts val="0"/>
              </a:spcAft>
              <a:buSzPts val="2500"/>
              <a:buChar char="○"/>
              <a:defRPr/>
            </a:lvl2pPr>
            <a:lvl3pPr indent="-387350" lvl="2" marL="1371600" algn="ctr">
              <a:spcBef>
                <a:spcPts val="0"/>
              </a:spcBef>
              <a:spcAft>
                <a:spcPts val="0"/>
              </a:spcAft>
              <a:buSzPts val="2500"/>
              <a:buChar char="■"/>
              <a:defRPr/>
            </a:lvl3pPr>
            <a:lvl4pPr indent="-387350" lvl="3" marL="1828800" algn="ctr">
              <a:spcBef>
                <a:spcPts val="0"/>
              </a:spcBef>
              <a:spcAft>
                <a:spcPts val="0"/>
              </a:spcAft>
              <a:buSzPts val="2500"/>
              <a:buChar char="●"/>
              <a:defRPr/>
            </a:lvl4pPr>
            <a:lvl5pPr indent="-387350" lvl="4" marL="2286000" algn="ctr">
              <a:spcBef>
                <a:spcPts val="0"/>
              </a:spcBef>
              <a:spcAft>
                <a:spcPts val="0"/>
              </a:spcAft>
              <a:buSzPts val="2500"/>
              <a:buChar char="○"/>
              <a:defRPr/>
            </a:lvl5pPr>
            <a:lvl6pPr indent="-387350" lvl="5" marL="2743200" algn="ctr">
              <a:spcBef>
                <a:spcPts val="0"/>
              </a:spcBef>
              <a:spcAft>
                <a:spcPts val="0"/>
              </a:spcAft>
              <a:buSzPts val="2500"/>
              <a:buChar char="■"/>
              <a:defRPr/>
            </a:lvl6pPr>
            <a:lvl7pPr indent="-387350" lvl="6" marL="3200400" algn="ctr">
              <a:spcBef>
                <a:spcPts val="0"/>
              </a:spcBef>
              <a:spcAft>
                <a:spcPts val="0"/>
              </a:spcAft>
              <a:buSzPts val="2500"/>
              <a:buChar char="●"/>
              <a:defRPr/>
            </a:lvl7pPr>
            <a:lvl8pPr indent="-387350" lvl="7" marL="3657600" algn="ctr">
              <a:spcBef>
                <a:spcPts val="0"/>
              </a:spcBef>
              <a:spcAft>
                <a:spcPts val="0"/>
              </a:spcAft>
              <a:buSzPts val="2500"/>
              <a:buChar char="○"/>
              <a:defRPr/>
            </a:lvl8pPr>
            <a:lvl9pPr indent="-387350" lvl="8" marL="4114800" algn="ctr">
              <a:spcBef>
                <a:spcPts val="0"/>
              </a:spcBef>
              <a:spcAft>
                <a:spcPts val="0"/>
              </a:spcAft>
              <a:buSzPts val="2500"/>
              <a:buChar char="■"/>
              <a:defRPr/>
            </a:lvl9pPr>
          </a:lstStyle>
          <a:p/>
        </p:txBody>
      </p:sp>
      <p:sp>
        <p:nvSpPr>
          <p:cNvPr id="47" name="Google Shape;47;p11"/>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009576" y="9693616"/>
            <a:ext cx="907200" cy="818100"/>
          </a:xfrm>
          <a:prstGeom prst="rect">
            <a:avLst/>
          </a:prstGeom>
        </p:spPr>
        <p:txBody>
          <a:bodyPr anchorCtr="0" anchor="ctr" bIns="164125" lIns="164125" spcFirstLastPara="1" rIns="164125" wrap="square" tIns="1641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15409" y="925091"/>
            <a:ext cx="14089200" cy="1190400"/>
          </a:xfrm>
          <a:prstGeom prst="rect">
            <a:avLst/>
          </a:prstGeom>
          <a:noFill/>
          <a:ln>
            <a:noFill/>
          </a:ln>
        </p:spPr>
        <p:txBody>
          <a:bodyPr anchorCtr="0" anchor="t" bIns="164125" lIns="164125" spcFirstLastPara="1" rIns="164125" wrap="square" tIns="164125">
            <a:normAutofit/>
          </a:bodyPr>
          <a:lstStyle>
            <a:lvl1pPr lvl="0">
              <a:spcBef>
                <a:spcPts val="0"/>
              </a:spcBef>
              <a:spcAft>
                <a:spcPts val="0"/>
              </a:spcAft>
              <a:buClr>
                <a:schemeClr val="dk1"/>
              </a:buClr>
              <a:buSzPts val="5000"/>
              <a:buNone/>
              <a:defRPr sz="5000">
                <a:solidFill>
                  <a:schemeClr val="dk1"/>
                </a:solidFill>
              </a:defRPr>
            </a:lvl1pPr>
            <a:lvl2pPr lvl="1">
              <a:spcBef>
                <a:spcPts val="0"/>
              </a:spcBef>
              <a:spcAft>
                <a:spcPts val="0"/>
              </a:spcAft>
              <a:buClr>
                <a:schemeClr val="dk1"/>
              </a:buClr>
              <a:buSzPts val="5000"/>
              <a:buNone/>
              <a:defRPr sz="5000">
                <a:solidFill>
                  <a:schemeClr val="dk1"/>
                </a:solidFill>
              </a:defRPr>
            </a:lvl2pPr>
            <a:lvl3pPr lvl="2">
              <a:spcBef>
                <a:spcPts val="0"/>
              </a:spcBef>
              <a:spcAft>
                <a:spcPts val="0"/>
              </a:spcAft>
              <a:buClr>
                <a:schemeClr val="dk1"/>
              </a:buClr>
              <a:buSzPts val="5000"/>
              <a:buNone/>
              <a:defRPr sz="5000">
                <a:solidFill>
                  <a:schemeClr val="dk1"/>
                </a:solidFill>
              </a:defRPr>
            </a:lvl3pPr>
            <a:lvl4pPr lvl="3">
              <a:spcBef>
                <a:spcPts val="0"/>
              </a:spcBef>
              <a:spcAft>
                <a:spcPts val="0"/>
              </a:spcAft>
              <a:buClr>
                <a:schemeClr val="dk1"/>
              </a:buClr>
              <a:buSzPts val="5000"/>
              <a:buNone/>
              <a:defRPr sz="5000">
                <a:solidFill>
                  <a:schemeClr val="dk1"/>
                </a:solidFill>
              </a:defRPr>
            </a:lvl4pPr>
            <a:lvl5pPr lvl="4">
              <a:spcBef>
                <a:spcPts val="0"/>
              </a:spcBef>
              <a:spcAft>
                <a:spcPts val="0"/>
              </a:spcAft>
              <a:buClr>
                <a:schemeClr val="dk1"/>
              </a:buClr>
              <a:buSzPts val="5000"/>
              <a:buNone/>
              <a:defRPr sz="5000">
                <a:solidFill>
                  <a:schemeClr val="dk1"/>
                </a:solidFill>
              </a:defRPr>
            </a:lvl5pPr>
            <a:lvl6pPr lvl="5">
              <a:spcBef>
                <a:spcPts val="0"/>
              </a:spcBef>
              <a:spcAft>
                <a:spcPts val="0"/>
              </a:spcAft>
              <a:buClr>
                <a:schemeClr val="dk1"/>
              </a:buClr>
              <a:buSzPts val="5000"/>
              <a:buNone/>
              <a:defRPr sz="5000">
                <a:solidFill>
                  <a:schemeClr val="dk1"/>
                </a:solidFill>
              </a:defRPr>
            </a:lvl6pPr>
            <a:lvl7pPr lvl="6">
              <a:spcBef>
                <a:spcPts val="0"/>
              </a:spcBef>
              <a:spcAft>
                <a:spcPts val="0"/>
              </a:spcAft>
              <a:buClr>
                <a:schemeClr val="dk1"/>
              </a:buClr>
              <a:buSzPts val="5000"/>
              <a:buNone/>
              <a:defRPr sz="5000">
                <a:solidFill>
                  <a:schemeClr val="dk1"/>
                </a:solidFill>
              </a:defRPr>
            </a:lvl7pPr>
            <a:lvl8pPr lvl="7">
              <a:spcBef>
                <a:spcPts val="0"/>
              </a:spcBef>
              <a:spcAft>
                <a:spcPts val="0"/>
              </a:spcAft>
              <a:buClr>
                <a:schemeClr val="dk1"/>
              </a:buClr>
              <a:buSzPts val="5000"/>
              <a:buNone/>
              <a:defRPr sz="5000">
                <a:solidFill>
                  <a:schemeClr val="dk1"/>
                </a:solidFill>
              </a:defRPr>
            </a:lvl8pPr>
            <a:lvl9pPr lvl="8">
              <a:spcBef>
                <a:spcPts val="0"/>
              </a:spcBef>
              <a:spcAft>
                <a:spcPts val="0"/>
              </a:spcAft>
              <a:buClr>
                <a:schemeClr val="dk1"/>
              </a:buClr>
              <a:buSzPts val="5000"/>
              <a:buNone/>
              <a:defRPr sz="5000">
                <a:solidFill>
                  <a:schemeClr val="dk1"/>
                </a:solidFill>
              </a:defRPr>
            </a:lvl9pPr>
          </a:lstStyle>
          <a:p/>
        </p:txBody>
      </p:sp>
      <p:sp>
        <p:nvSpPr>
          <p:cNvPr id="7" name="Google Shape;7;p1"/>
          <p:cNvSpPr txBox="1"/>
          <p:nvPr>
            <p:ph idx="1" type="body"/>
          </p:nvPr>
        </p:nvSpPr>
        <p:spPr>
          <a:xfrm>
            <a:off x="515409" y="2395696"/>
            <a:ext cx="14089200" cy="7101900"/>
          </a:xfrm>
          <a:prstGeom prst="rect">
            <a:avLst/>
          </a:prstGeom>
          <a:noFill/>
          <a:ln>
            <a:noFill/>
          </a:ln>
        </p:spPr>
        <p:txBody>
          <a:bodyPr anchorCtr="0" anchor="t" bIns="164125" lIns="164125" spcFirstLastPara="1" rIns="164125" wrap="square" tIns="164125">
            <a:normAutofit/>
          </a:bodyPr>
          <a:lstStyle>
            <a:lvl1pPr indent="-431800" lvl="0" marL="457200">
              <a:lnSpc>
                <a:spcPct val="115000"/>
              </a:lnSpc>
              <a:spcBef>
                <a:spcPts val="0"/>
              </a:spcBef>
              <a:spcAft>
                <a:spcPts val="0"/>
              </a:spcAft>
              <a:buClr>
                <a:schemeClr val="dk2"/>
              </a:buClr>
              <a:buSzPts val="3200"/>
              <a:buChar char="●"/>
              <a:defRPr sz="3200">
                <a:solidFill>
                  <a:schemeClr val="dk2"/>
                </a:solidFill>
              </a:defRPr>
            </a:lvl1pPr>
            <a:lvl2pPr indent="-387350" lvl="1" marL="914400">
              <a:lnSpc>
                <a:spcPct val="115000"/>
              </a:lnSpc>
              <a:spcBef>
                <a:spcPts val="0"/>
              </a:spcBef>
              <a:spcAft>
                <a:spcPts val="0"/>
              </a:spcAft>
              <a:buClr>
                <a:schemeClr val="dk2"/>
              </a:buClr>
              <a:buSzPts val="2500"/>
              <a:buChar char="○"/>
              <a:defRPr sz="2500">
                <a:solidFill>
                  <a:schemeClr val="dk2"/>
                </a:solidFill>
              </a:defRPr>
            </a:lvl2pPr>
            <a:lvl3pPr indent="-387350" lvl="2" marL="1371600">
              <a:lnSpc>
                <a:spcPct val="115000"/>
              </a:lnSpc>
              <a:spcBef>
                <a:spcPts val="0"/>
              </a:spcBef>
              <a:spcAft>
                <a:spcPts val="0"/>
              </a:spcAft>
              <a:buClr>
                <a:schemeClr val="dk2"/>
              </a:buClr>
              <a:buSzPts val="2500"/>
              <a:buChar char="■"/>
              <a:defRPr sz="2500">
                <a:solidFill>
                  <a:schemeClr val="dk2"/>
                </a:solidFill>
              </a:defRPr>
            </a:lvl3pPr>
            <a:lvl4pPr indent="-387350" lvl="3" marL="1828800">
              <a:lnSpc>
                <a:spcPct val="115000"/>
              </a:lnSpc>
              <a:spcBef>
                <a:spcPts val="0"/>
              </a:spcBef>
              <a:spcAft>
                <a:spcPts val="0"/>
              </a:spcAft>
              <a:buClr>
                <a:schemeClr val="dk2"/>
              </a:buClr>
              <a:buSzPts val="2500"/>
              <a:buChar char="●"/>
              <a:defRPr sz="2500">
                <a:solidFill>
                  <a:schemeClr val="dk2"/>
                </a:solidFill>
              </a:defRPr>
            </a:lvl4pPr>
            <a:lvl5pPr indent="-387350" lvl="4" marL="2286000">
              <a:lnSpc>
                <a:spcPct val="115000"/>
              </a:lnSpc>
              <a:spcBef>
                <a:spcPts val="0"/>
              </a:spcBef>
              <a:spcAft>
                <a:spcPts val="0"/>
              </a:spcAft>
              <a:buClr>
                <a:schemeClr val="dk2"/>
              </a:buClr>
              <a:buSzPts val="2500"/>
              <a:buChar char="○"/>
              <a:defRPr sz="2500">
                <a:solidFill>
                  <a:schemeClr val="dk2"/>
                </a:solidFill>
              </a:defRPr>
            </a:lvl5pPr>
            <a:lvl6pPr indent="-387350" lvl="5" marL="2743200">
              <a:lnSpc>
                <a:spcPct val="115000"/>
              </a:lnSpc>
              <a:spcBef>
                <a:spcPts val="0"/>
              </a:spcBef>
              <a:spcAft>
                <a:spcPts val="0"/>
              </a:spcAft>
              <a:buClr>
                <a:schemeClr val="dk2"/>
              </a:buClr>
              <a:buSzPts val="2500"/>
              <a:buChar char="■"/>
              <a:defRPr sz="2500">
                <a:solidFill>
                  <a:schemeClr val="dk2"/>
                </a:solidFill>
              </a:defRPr>
            </a:lvl6pPr>
            <a:lvl7pPr indent="-387350" lvl="6" marL="3200400">
              <a:lnSpc>
                <a:spcPct val="115000"/>
              </a:lnSpc>
              <a:spcBef>
                <a:spcPts val="0"/>
              </a:spcBef>
              <a:spcAft>
                <a:spcPts val="0"/>
              </a:spcAft>
              <a:buClr>
                <a:schemeClr val="dk2"/>
              </a:buClr>
              <a:buSzPts val="2500"/>
              <a:buChar char="●"/>
              <a:defRPr sz="2500">
                <a:solidFill>
                  <a:schemeClr val="dk2"/>
                </a:solidFill>
              </a:defRPr>
            </a:lvl7pPr>
            <a:lvl8pPr indent="-387350" lvl="7" marL="3657600">
              <a:lnSpc>
                <a:spcPct val="115000"/>
              </a:lnSpc>
              <a:spcBef>
                <a:spcPts val="0"/>
              </a:spcBef>
              <a:spcAft>
                <a:spcPts val="0"/>
              </a:spcAft>
              <a:buClr>
                <a:schemeClr val="dk2"/>
              </a:buClr>
              <a:buSzPts val="2500"/>
              <a:buChar char="○"/>
              <a:defRPr sz="2500">
                <a:solidFill>
                  <a:schemeClr val="dk2"/>
                </a:solidFill>
              </a:defRPr>
            </a:lvl8pPr>
            <a:lvl9pPr indent="-387350" lvl="8" marL="4114800">
              <a:lnSpc>
                <a:spcPct val="115000"/>
              </a:lnSpc>
              <a:spcBef>
                <a:spcPts val="0"/>
              </a:spcBef>
              <a:spcAft>
                <a:spcPts val="0"/>
              </a:spcAft>
              <a:buClr>
                <a:schemeClr val="dk2"/>
              </a:buClr>
              <a:buSzPts val="2500"/>
              <a:buChar char="■"/>
              <a:defRPr sz="2500">
                <a:solidFill>
                  <a:schemeClr val="dk2"/>
                </a:solidFill>
              </a:defRPr>
            </a:lvl9pPr>
          </a:lstStyle>
          <a:p/>
        </p:txBody>
      </p:sp>
      <p:sp>
        <p:nvSpPr>
          <p:cNvPr id="8" name="Google Shape;8;p1"/>
          <p:cNvSpPr txBox="1"/>
          <p:nvPr>
            <p:ph idx="12" type="sldNum"/>
          </p:nvPr>
        </p:nvSpPr>
        <p:spPr>
          <a:xfrm>
            <a:off x="14009576" y="9693616"/>
            <a:ext cx="907200" cy="818100"/>
          </a:xfrm>
          <a:prstGeom prst="rect">
            <a:avLst/>
          </a:prstGeom>
          <a:noFill/>
          <a:ln>
            <a:noFill/>
          </a:ln>
        </p:spPr>
        <p:txBody>
          <a:bodyPr anchorCtr="0" anchor="ctr" bIns="164125" lIns="164125" spcFirstLastPara="1" rIns="164125" wrap="square" tIns="164125">
            <a:normAutofit/>
          </a:bodyPr>
          <a:lstStyle>
            <a:lvl1pPr lvl="0" algn="r">
              <a:buNone/>
              <a:defRPr sz="1800">
                <a:solidFill>
                  <a:schemeClr val="dk2"/>
                </a:solidFill>
              </a:defRPr>
            </a:lvl1pPr>
            <a:lvl2pPr lvl="1" algn="r">
              <a:buNone/>
              <a:defRPr sz="1800">
                <a:solidFill>
                  <a:schemeClr val="dk2"/>
                </a:solidFill>
              </a:defRPr>
            </a:lvl2pPr>
            <a:lvl3pPr lvl="2" algn="r">
              <a:buNone/>
              <a:defRPr sz="1800">
                <a:solidFill>
                  <a:schemeClr val="dk2"/>
                </a:solidFill>
              </a:defRPr>
            </a:lvl3pPr>
            <a:lvl4pPr lvl="3" algn="r">
              <a:buNone/>
              <a:defRPr sz="1800">
                <a:solidFill>
                  <a:schemeClr val="dk2"/>
                </a:solidFill>
              </a:defRPr>
            </a:lvl4pPr>
            <a:lvl5pPr lvl="4" algn="r">
              <a:buNone/>
              <a:defRPr sz="1800">
                <a:solidFill>
                  <a:schemeClr val="dk2"/>
                </a:solidFill>
              </a:defRPr>
            </a:lvl5pPr>
            <a:lvl6pPr lvl="5" algn="r">
              <a:buNone/>
              <a:defRPr sz="1800">
                <a:solidFill>
                  <a:schemeClr val="dk2"/>
                </a:solidFill>
              </a:defRPr>
            </a:lvl6pPr>
            <a:lvl7pPr lvl="6" algn="r">
              <a:buNone/>
              <a:defRPr sz="1800">
                <a:solidFill>
                  <a:schemeClr val="dk2"/>
                </a:solidFill>
              </a:defRPr>
            </a:lvl7pPr>
            <a:lvl8pPr lvl="7" algn="r">
              <a:buNone/>
              <a:defRPr sz="1800">
                <a:solidFill>
                  <a:schemeClr val="dk2"/>
                </a:solidFill>
              </a:defRPr>
            </a:lvl8pPr>
            <a:lvl9pPr lvl="8" algn="r">
              <a:buNone/>
              <a:defRPr sz="18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www.youtube.com/watch?v=dej9UL7QKYs" TargetMode="External"/><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515423" y="3212589"/>
            <a:ext cx="14089200" cy="4266900"/>
          </a:xfrm>
          <a:prstGeom prst="rect">
            <a:avLst/>
          </a:prstGeom>
        </p:spPr>
        <p:txBody>
          <a:bodyPr anchorCtr="0" anchor="ctr" bIns="164125" lIns="164125" spcFirstLastPara="1" rIns="164125" wrap="square" tIns="164125">
            <a:normAutofit/>
          </a:bodyPr>
          <a:lstStyle/>
          <a:p>
            <a:pPr indent="0" lvl="0" marL="0" rtl="0" algn="ctr">
              <a:spcBef>
                <a:spcPts val="0"/>
              </a:spcBef>
              <a:spcAft>
                <a:spcPts val="0"/>
              </a:spcAft>
              <a:buNone/>
            </a:pPr>
            <a:r>
              <a:rPr lang="en">
                <a:solidFill>
                  <a:schemeClr val="lt1"/>
                </a:solidFill>
              </a:rPr>
              <a:t>POSSIBLE</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a:blip r:embed="rId3">
            <a:alphaModFix/>
          </a:blip>
          <a:stretch>
            <a:fillRect/>
          </a:stretch>
        </p:blipFill>
        <p:spPr>
          <a:xfrm>
            <a:off x="3537425" y="919479"/>
            <a:ext cx="7134851" cy="118141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63" name="Shape 63"/>
        <p:cNvGrpSpPr/>
        <p:nvPr/>
      </p:nvGrpSpPr>
      <p:grpSpPr>
        <a:xfrm>
          <a:off x="0" y="0"/>
          <a:ext cx="0" cy="0"/>
          <a:chOff x="0" y="0"/>
          <a:chExt cx="0" cy="0"/>
        </a:xfrm>
      </p:grpSpPr>
      <p:sp>
        <p:nvSpPr>
          <p:cNvPr id="64" name="Google Shape;64;p15"/>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solidFill>
                  <a:srgbClr val="FFFFFF"/>
                </a:solidFill>
              </a:rPr>
              <a:t>Radical empathy</a:t>
            </a:r>
            <a:endParaRPr>
              <a:solidFill>
                <a:srgbClr val="FFFFFF"/>
              </a:solidFill>
            </a:endParaRPr>
          </a:p>
        </p:txBody>
      </p:sp>
      <p:sp>
        <p:nvSpPr>
          <p:cNvPr id="65" name="Google Shape;65;p15"/>
          <p:cNvSpPr txBox="1"/>
          <p:nvPr>
            <p:ph idx="1" type="subTitle"/>
          </p:nvPr>
        </p:nvSpPr>
        <p:spPr>
          <a:xfrm>
            <a:off x="515409" y="5891409"/>
            <a:ext cx="14089200" cy="4266900"/>
          </a:xfrm>
          <a:prstGeom prst="rect">
            <a:avLst/>
          </a:prstGeom>
        </p:spPr>
        <p:txBody>
          <a:bodyPr anchorCtr="0" anchor="t" bIns="164125" lIns="164125" spcFirstLastPara="1" rIns="164125" wrap="square" tIns="164125">
            <a:normAutofit fontScale="77500" lnSpcReduction="20000"/>
          </a:bodyPr>
          <a:lstStyle/>
          <a:p>
            <a:pPr indent="-665162" lvl="0" marL="825500" rtl="0" algn="l">
              <a:spcBef>
                <a:spcPts val="0"/>
              </a:spcBef>
              <a:spcAft>
                <a:spcPts val="0"/>
              </a:spcAft>
              <a:buClr>
                <a:srgbClr val="FFFFFF"/>
              </a:buClr>
              <a:buSzPct val="100000"/>
              <a:buChar char="●"/>
            </a:pPr>
            <a:r>
              <a:rPr lang="en">
                <a:solidFill>
                  <a:srgbClr val="FFFFFF"/>
                </a:solidFill>
              </a:rPr>
              <a:t>What impact do I seek to make?</a:t>
            </a:r>
            <a:endParaRPr>
              <a:solidFill>
                <a:srgbClr val="FFFFFF"/>
              </a:solidFill>
            </a:endParaRPr>
          </a:p>
          <a:p>
            <a:pPr indent="-652462" lvl="1" marL="1638300" rtl="0" algn="l">
              <a:spcBef>
                <a:spcPts val="0"/>
              </a:spcBef>
              <a:spcAft>
                <a:spcPts val="0"/>
              </a:spcAft>
              <a:buClr>
                <a:srgbClr val="FFFFFF"/>
              </a:buClr>
              <a:buSzPct val="100000"/>
              <a:buChar char="○"/>
            </a:pPr>
            <a:r>
              <a:rPr lang="en">
                <a:solidFill>
                  <a:srgbClr val="FFFFFF"/>
                </a:solidFill>
              </a:rPr>
              <a:t>What do I really need? (asking for help)</a:t>
            </a:r>
            <a:endParaRPr>
              <a:solidFill>
                <a:srgbClr val="FFFFFF"/>
              </a:solidFill>
            </a:endParaRPr>
          </a:p>
          <a:p>
            <a:pPr indent="-652462" lvl="1" marL="1638300" rtl="0" algn="l">
              <a:spcBef>
                <a:spcPts val="0"/>
              </a:spcBef>
              <a:spcAft>
                <a:spcPts val="0"/>
              </a:spcAft>
              <a:buClr>
                <a:srgbClr val="FFFFFF"/>
              </a:buClr>
              <a:buSzPct val="100000"/>
              <a:buChar char="○"/>
            </a:pPr>
            <a:r>
              <a:rPr lang="en">
                <a:solidFill>
                  <a:srgbClr val="FFFFFF"/>
                </a:solidFill>
              </a:rPr>
              <a:t>What am I saying no to? (boundaries to test)</a:t>
            </a:r>
            <a:endParaRPr>
              <a:solidFill>
                <a:srgbClr val="FFFFFF"/>
              </a:solidFill>
            </a:endParaRPr>
          </a:p>
          <a:p>
            <a:pPr indent="0" lvl="0" marL="0" rtl="0" algn="l">
              <a:spcBef>
                <a:spcPts val="0"/>
              </a:spcBef>
              <a:spcAft>
                <a:spcPts val="0"/>
              </a:spcAft>
              <a:buNone/>
            </a:pPr>
            <a:r>
              <a:t/>
            </a:r>
            <a:endParaRPr>
              <a:solidFill>
                <a:srgbClr val="FFFFFF"/>
              </a:solidFill>
            </a:endParaRPr>
          </a:p>
          <a:p>
            <a:pPr indent="-665162" lvl="0" marL="825500" rtl="0" algn="l">
              <a:spcBef>
                <a:spcPts val="0"/>
              </a:spcBef>
              <a:spcAft>
                <a:spcPts val="0"/>
              </a:spcAft>
              <a:buClr>
                <a:srgbClr val="FFFFFF"/>
              </a:buClr>
              <a:buSzPct val="100000"/>
              <a:buChar char="●"/>
            </a:pPr>
            <a:r>
              <a:rPr lang="en">
                <a:solidFill>
                  <a:srgbClr val="FFFFFF"/>
                </a:solidFill>
              </a:rPr>
              <a:t>Who do I choose to be?</a:t>
            </a:r>
            <a:endParaRPr>
              <a:solidFill>
                <a:srgbClr val="FFFFFF"/>
              </a:solidFill>
            </a:endParaRPr>
          </a:p>
          <a:p>
            <a:pPr indent="-652462" lvl="1" marL="1638300" rtl="0" algn="l">
              <a:spcBef>
                <a:spcPts val="0"/>
              </a:spcBef>
              <a:spcAft>
                <a:spcPts val="0"/>
              </a:spcAft>
              <a:buClr>
                <a:srgbClr val="FFFFFF"/>
              </a:buClr>
              <a:buSzPct val="100000"/>
              <a:buChar char="○"/>
            </a:pPr>
            <a:r>
              <a:rPr lang="en">
                <a:solidFill>
                  <a:srgbClr val="FFFFFF"/>
                </a:solidFill>
              </a:rPr>
              <a:t>What am I saying yes to?</a:t>
            </a:r>
            <a:endParaRPr>
              <a:solidFill>
                <a:srgbClr val="FFFFFF"/>
              </a:solidFill>
            </a:endParaRPr>
          </a:p>
          <a:p>
            <a:pPr indent="-652462" lvl="1" marL="1638300" rtl="0" algn="l">
              <a:spcBef>
                <a:spcPts val="0"/>
              </a:spcBef>
              <a:spcAft>
                <a:spcPts val="0"/>
              </a:spcAft>
              <a:buClr>
                <a:srgbClr val="FFFFFF"/>
              </a:buClr>
              <a:buSzPct val="100000"/>
              <a:buChar char="○"/>
            </a:pPr>
            <a:r>
              <a:rPr lang="en">
                <a:solidFill>
                  <a:srgbClr val="FFFFFF"/>
                </a:solidFill>
              </a:rPr>
              <a:t>How am I talking to myself?</a:t>
            </a:r>
            <a:endParaRPr>
              <a:solidFill>
                <a:srgbClr val="FFFFFF"/>
              </a:solidFill>
            </a:endParaRPr>
          </a:p>
          <a:p>
            <a:pPr indent="-652462" lvl="1" marL="1638300" rtl="0" algn="l">
              <a:spcBef>
                <a:spcPts val="0"/>
              </a:spcBef>
              <a:spcAft>
                <a:spcPts val="0"/>
              </a:spcAft>
              <a:buClr>
                <a:srgbClr val="FFFFFF"/>
              </a:buClr>
              <a:buSzPct val="100000"/>
              <a:buChar char="○"/>
            </a:pPr>
            <a:r>
              <a:rPr lang="en">
                <a:solidFill>
                  <a:srgbClr val="FFFFFF"/>
                </a:solidFill>
              </a:rPr>
              <a:t>How am I recognising my contribution?</a:t>
            </a:r>
            <a:endParaRPr>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6"/>
          <p:cNvPicPr preferRelativeResize="0"/>
          <p:nvPr/>
        </p:nvPicPr>
        <p:blipFill>
          <a:blip r:embed="rId3">
            <a:alphaModFix/>
          </a:blip>
          <a:stretch>
            <a:fillRect/>
          </a:stretch>
        </p:blipFill>
        <p:spPr>
          <a:xfrm>
            <a:off x="2194459" y="1100641"/>
            <a:ext cx="10167720" cy="7197378"/>
          </a:xfrm>
          <a:prstGeom prst="rect">
            <a:avLst/>
          </a:prstGeom>
          <a:noFill/>
          <a:ln>
            <a:noFill/>
          </a:ln>
        </p:spPr>
      </p:pic>
      <p:grpSp>
        <p:nvGrpSpPr>
          <p:cNvPr id="71" name="Google Shape;71;p16"/>
          <p:cNvGrpSpPr/>
          <p:nvPr/>
        </p:nvGrpSpPr>
        <p:grpSpPr>
          <a:xfrm>
            <a:off x="10892015" y="6316228"/>
            <a:ext cx="1657270" cy="1871755"/>
            <a:chOff x="-1581150" y="678423"/>
            <a:chExt cx="1305554" cy="1305177"/>
          </a:xfrm>
        </p:grpSpPr>
        <p:pic>
          <p:nvPicPr>
            <p:cNvPr id="72" name="Google Shape;72;p16"/>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73" name="Google Shape;73;p16"/>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Saying no to….</a:t>
              </a:r>
              <a:endParaRPr sz="1400">
                <a:solidFill>
                  <a:schemeClr val="dk1"/>
                </a:solidFill>
                <a:latin typeface="Proxima Nova"/>
                <a:ea typeface="Proxima Nova"/>
                <a:cs typeface="Proxima Nova"/>
                <a:sym typeface="Proxima Nova"/>
              </a:endParaRPr>
            </a:p>
          </p:txBody>
        </p:sp>
      </p:grpSp>
      <p:grpSp>
        <p:nvGrpSpPr>
          <p:cNvPr id="74" name="Google Shape;74;p16"/>
          <p:cNvGrpSpPr/>
          <p:nvPr/>
        </p:nvGrpSpPr>
        <p:grpSpPr>
          <a:xfrm>
            <a:off x="8856234" y="6226010"/>
            <a:ext cx="1657270" cy="1871755"/>
            <a:chOff x="-1581150" y="678423"/>
            <a:chExt cx="1305554" cy="1305177"/>
          </a:xfrm>
        </p:grpSpPr>
        <p:pic>
          <p:nvPicPr>
            <p:cNvPr id="75" name="Google Shape;75;p16"/>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76" name="Google Shape;76;p16"/>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Saying yes to…</a:t>
              </a:r>
              <a:endParaRPr sz="1400">
                <a:solidFill>
                  <a:schemeClr val="dk1"/>
                </a:solidFill>
                <a:latin typeface="Proxima Nova"/>
                <a:ea typeface="Proxima Nova"/>
                <a:cs typeface="Proxima Nova"/>
                <a:sym typeface="Proxima Nova"/>
              </a:endParaRPr>
            </a:p>
          </p:txBody>
        </p:sp>
      </p:grpSp>
      <p:grpSp>
        <p:nvGrpSpPr>
          <p:cNvPr id="77" name="Google Shape;77;p16"/>
          <p:cNvGrpSpPr/>
          <p:nvPr/>
        </p:nvGrpSpPr>
        <p:grpSpPr>
          <a:xfrm>
            <a:off x="6556631" y="3553530"/>
            <a:ext cx="1657270" cy="1871755"/>
            <a:chOff x="-1581150" y="678423"/>
            <a:chExt cx="1305554" cy="1305177"/>
          </a:xfrm>
        </p:grpSpPr>
        <p:pic>
          <p:nvPicPr>
            <p:cNvPr id="78" name="Google Shape;78;p16"/>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79" name="Google Shape;79;p16"/>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How do you want to make a difference?</a:t>
              </a:r>
              <a:endParaRPr sz="1400">
                <a:solidFill>
                  <a:schemeClr val="dk1"/>
                </a:solidFill>
                <a:latin typeface="Proxima Nova"/>
                <a:ea typeface="Proxima Nova"/>
                <a:cs typeface="Proxima Nova"/>
                <a:sym typeface="Proxima Nova"/>
              </a:endParaRPr>
            </a:p>
          </p:txBody>
        </p:sp>
      </p:grpSp>
      <p:grpSp>
        <p:nvGrpSpPr>
          <p:cNvPr id="80" name="Google Shape;80;p16"/>
          <p:cNvGrpSpPr/>
          <p:nvPr/>
        </p:nvGrpSpPr>
        <p:grpSpPr>
          <a:xfrm>
            <a:off x="6556631" y="7326443"/>
            <a:ext cx="1657270" cy="1871755"/>
            <a:chOff x="-1581150" y="678423"/>
            <a:chExt cx="1305554" cy="1305177"/>
          </a:xfrm>
        </p:grpSpPr>
        <p:pic>
          <p:nvPicPr>
            <p:cNvPr id="81" name="Google Shape;81;p16"/>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82" name="Google Shape;82;p16"/>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People or things that will help me make this impact…</a:t>
              </a:r>
              <a:endParaRPr sz="1400">
                <a:solidFill>
                  <a:schemeClr val="dk1"/>
                </a:solidFill>
                <a:latin typeface="Proxima Nova"/>
                <a:ea typeface="Proxima Nova"/>
                <a:cs typeface="Proxima Nova"/>
                <a:sym typeface="Proxima Nova"/>
              </a:endParaRPr>
            </a:p>
          </p:txBody>
        </p:sp>
      </p:grpSp>
      <p:grpSp>
        <p:nvGrpSpPr>
          <p:cNvPr id="83" name="Google Shape;83;p16"/>
          <p:cNvGrpSpPr/>
          <p:nvPr/>
        </p:nvGrpSpPr>
        <p:grpSpPr>
          <a:xfrm>
            <a:off x="273621" y="814530"/>
            <a:ext cx="1657270" cy="1871755"/>
            <a:chOff x="-1581150" y="678423"/>
            <a:chExt cx="1305554" cy="1305177"/>
          </a:xfrm>
        </p:grpSpPr>
        <p:pic>
          <p:nvPicPr>
            <p:cNvPr id="84" name="Google Shape;84;p16"/>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85" name="Google Shape;85;p16"/>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IMPACT - Part 1</a:t>
              </a:r>
              <a:endParaRPr sz="1400">
                <a:solidFill>
                  <a:schemeClr val="dk1"/>
                </a:solidFill>
                <a:latin typeface="Proxima Nova"/>
                <a:ea typeface="Proxima Nova"/>
                <a:cs typeface="Proxima Nova"/>
                <a:sym typeface="Proxima Nova"/>
              </a:endParaRPr>
            </a:p>
          </p:txBody>
        </p:sp>
      </p:grpSp>
      <p:grpSp>
        <p:nvGrpSpPr>
          <p:cNvPr id="86" name="Google Shape;86;p16"/>
          <p:cNvGrpSpPr/>
          <p:nvPr/>
        </p:nvGrpSpPr>
        <p:grpSpPr>
          <a:xfrm>
            <a:off x="2501461" y="6226010"/>
            <a:ext cx="1657270" cy="1871755"/>
            <a:chOff x="-1581150" y="678423"/>
            <a:chExt cx="1305554" cy="1305177"/>
          </a:xfrm>
        </p:grpSpPr>
        <p:pic>
          <p:nvPicPr>
            <p:cNvPr id="87" name="Google Shape;87;p16"/>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88" name="Google Shape;88;p16"/>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My Assets</a:t>
              </a:r>
              <a:endParaRPr sz="1400">
                <a:solidFill>
                  <a:schemeClr val="dk1"/>
                </a:solidFill>
                <a:latin typeface="Proxima Nova"/>
                <a:ea typeface="Proxima Nova"/>
                <a:cs typeface="Proxima Nova"/>
                <a:sym typeface="Proxima Nova"/>
              </a:endParaRPr>
            </a:p>
          </p:txBody>
        </p:sp>
      </p:grpSp>
      <p:grpSp>
        <p:nvGrpSpPr>
          <p:cNvPr id="89" name="Google Shape;89;p16"/>
          <p:cNvGrpSpPr/>
          <p:nvPr/>
        </p:nvGrpSpPr>
        <p:grpSpPr>
          <a:xfrm>
            <a:off x="273621" y="6678500"/>
            <a:ext cx="1657270" cy="1871755"/>
            <a:chOff x="-1581150" y="678423"/>
            <a:chExt cx="1305554" cy="1305177"/>
          </a:xfrm>
        </p:grpSpPr>
        <p:pic>
          <p:nvPicPr>
            <p:cNvPr id="90" name="Google Shape;90;p16"/>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91" name="Google Shape;91;p16"/>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My Narrative - Part 2</a:t>
              </a:r>
              <a:endParaRPr sz="1400">
                <a:solidFill>
                  <a:schemeClr val="dk1"/>
                </a:solidFill>
                <a:latin typeface="Proxima Nova"/>
                <a:ea typeface="Proxima Nova"/>
                <a:cs typeface="Proxima Nova"/>
                <a:sym typeface="Proxima Nova"/>
              </a:endParaRPr>
            </a:p>
          </p:txBody>
        </p:sp>
      </p:grpSp>
      <p:sp>
        <p:nvSpPr>
          <p:cNvPr id="92" name="Google Shape;92;p16"/>
          <p:cNvSpPr/>
          <p:nvPr/>
        </p:nvSpPr>
        <p:spPr>
          <a:xfrm>
            <a:off x="35965" y="6150109"/>
            <a:ext cx="14772300" cy="4175100"/>
          </a:xfrm>
          <a:prstGeom prst="rect">
            <a:avLst/>
          </a:prstGeom>
          <a:solidFill>
            <a:srgbClr val="FFFFFF"/>
          </a:solidFill>
          <a:ln>
            <a:noFill/>
          </a:ln>
        </p:spPr>
        <p:txBody>
          <a:bodyPr anchorCtr="0" anchor="ctr" bIns="164125" lIns="164125" spcFirstLastPara="1" rIns="164125" wrap="square" tIns="1641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[Revisit narrative]</a:t>
            </a:r>
            <a:endParaRPr/>
          </a:p>
        </p:txBody>
      </p:sp>
      <p:sp>
        <p:nvSpPr>
          <p:cNvPr id="98" name="Google Shape;98;p17"/>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l">
              <a:spcBef>
                <a:spcPts val="0"/>
              </a:spcBef>
              <a:spcAft>
                <a:spcPts val="0"/>
              </a:spcAft>
              <a:buNone/>
            </a:pPr>
            <a:r>
              <a:rPr lang="en"/>
              <a:t>Reflection</a:t>
            </a:r>
            <a:endParaRPr/>
          </a:p>
        </p:txBody>
      </p:sp>
      <p:sp>
        <p:nvSpPr>
          <p:cNvPr id="104" name="Google Shape;104;p18"/>
          <p:cNvSpPr txBox="1"/>
          <p:nvPr>
            <p:ph idx="1" type="subTitle"/>
          </p:nvPr>
        </p:nvSpPr>
        <p:spPr>
          <a:xfrm>
            <a:off x="515409" y="5891409"/>
            <a:ext cx="14089200" cy="3786000"/>
          </a:xfrm>
          <a:prstGeom prst="rect">
            <a:avLst/>
          </a:prstGeom>
        </p:spPr>
        <p:txBody>
          <a:bodyPr anchorCtr="0" anchor="t" bIns="164125" lIns="164125" spcFirstLastPara="1" rIns="164125" wrap="square" tIns="164125">
            <a:normAutofit fontScale="70000" lnSpcReduction="20000"/>
          </a:bodyPr>
          <a:lstStyle/>
          <a:p>
            <a:pPr indent="-641350" lvl="0" marL="825500" rtl="0" algn="l">
              <a:spcBef>
                <a:spcPts val="0"/>
              </a:spcBef>
              <a:spcAft>
                <a:spcPts val="0"/>
              </a:spcAft>
              <a:buSzPct val="100000"/>
              <a:buChar char="●"/>
            </a:pPr>
            <a:r>
              <a:rPr lang="en"/>
              <a:t>Based on your understanding of your personal values, assets and priorities, does this cover story shine a light on y</a:t>
            </a:r>
            <a:r>
              <a:rPr lang="en"/>
              <a:t>our assets and boundaries?</a:t>
            </a:r>
            <a:endParaRPr/>
          </a:p>
          <a:p>
            <a:pPr indent="-641350" lvl="0" marL="825500" rtl="0" algn="l">
              <a:spcBef>
                <a:spcPts val="0"/>
              </a:spcBef>
              <a:spcAft>
                <a:spcPts val="0"/>
              </a:spcAft>
              <a:buSzPct val="100000"/>
              <a:buChar char="●"/>
            </a:pPr>
            <a:r>
              <a:rPr lang="en"/>
              <a:t>Does this narrative serve you in pursuit of your big impact or goal(s)?</a:t>
            </a:r>
            <a:endParaRPr/>
          </a:p>
          <a:p>
            <a:pPr indent="-641350" lvl="0" marL="825500" rtl="0" algn="l">
              <a:spcBef>
                <a:spcPts val="0"/>
              </a:spcBef>
              <a:spcAft>
                <a:spcPts val="0"/>
              </a:spcAft>
              <a:buSzPct val="100000"/>
              <a:buChar char="●"/>
            </a:pPr>
            <a:r>
              <a:rPr lang="en"/>
              <a:t>Where could you be saying no more?</a:t>
            </a:r>
            <a:endParaRPr/>
          </a:p>
          <a:p>
            <a:pPr indent="-641350" lvl="0" marL="825500" rtl="0" algn="l">
              <a:spcBef>
                <a:spcPts val="0"/>
              </a:spcBef>
              <a:spcAft>
                <a:spcPts val="0"/>
              </a:spcAft>
              <a:buSzPct val="100000"/>
              <a:buChar char="●"/>
            </a:pPr>
            <a:r>
              <a:rPr lang="en"/>
              <a:t>Who could help you make your impact?</a:t>
            </a:r>
            <a:endParaRPr/>
          </a:p>
          <a:p>
            <a:pPr indent="-641350" lvl="0" marL="825500" rtl="0" algn="l">
              <a:spcBef>
                <a:spcPts val="0"/>
              </a:spcBef>
              <a:spcAft>
                <a:spcPts val="0"/>
              </a:spcAft>
              <a:buSzPct val="100000"/>
              <a:buChar char="●"/>
            </a:pPr>
            <a:r>
              <a:rPr lang="en"/>
              <a:t>How does it need to be tweaked?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9"/>
          <p:cNvPicPr preferRelativeResize="0"/>
          <p:nvPr/>
        </p:nvPicPr>
        <p:blipFill>
          <a:blip r:embed="rId3">
            <a:alphaModFix/>
          </a:blip>
          <a:stretch>
            <a:fillRect/>
          </a:stretch>
        </p:blipFill>
        <p:spPr>
          <a:xfrm>
            <a:off x="2194459" y="1100641"/>
            <a:ext cx="10167720" cy="7197378"/>
          </a:xfrm>
          <a:prstGeom prst="rect">
            <a:avLst/>
          </a:prstGeom>
          <a:noFill/>
          <a:ln>
            <a:noFill/>
          </a:ln>
        </p:spPr>
      </p:pic>
      <p:grpSp>
        <p:nvGrpSpPr>
          <p:cNvPr id="110" name="Google Shape;110;p19"/>
          <p:cNvGrpSpPr/>
          <p:nvPr/>
        </p:nvGrpSpPr>
        <p:grpSpPr>
          <a:xfrm>
            <a:off x="10892015" y="6316228"/>
            <a:ext cx="1657270" cy="1871755"/>
            <a:chOff x="-1581150" y="678423"/>
            <a:chExt cx="1305554" cy="1305177"/>
          </a:xfrm>
        </p:grpSpPr>
        <p:pic>
          <p:nvPicPr>
            <p:cNvPr id="111" name="Google Shape;111;p19"/>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112" name="Google Shape;112;p19"/>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Saying no to….</a:t>
              </a:r>
              <a:endParaRPr sz="1400">
                <a:solidFill>
                  <a:schemeClr val="dk1"/>
                </a:solidFill>
                <a:latin typeface="Proxima Nova"/>
                <a:ea typeface="Proxima Nova"/>
                <a:cs typeface="Proxima Nova"/>
                <a:sym typeface="Proxima Nova"/>
              </a:endParaRPr>
            </a:p>
          </p:txBody>
        </p:sp>
      </p:grpSp>
      <p:grpSp>
        <p:nvGrpSpPr>
          <p:cNvPr id="113" name="Google Shape;113;p19"/>
          <p:cNvGrpSpPr/>
          <p:nvPr/>
        </p:nvGrpSpPr>
        <p:grpSpPr>
          <a:xfrm>
            <a:off x="8856234" y="6226010"/>
            <a:ext cx="1657270" cy="1871755"/>
            <a:chOff x="-1581150" y="678423"/>
            <a:chExt cx="1305554" cy="1305177"/>
          </a:xfrm>
        </p:grpSpPr>
        <p:pic>
          <p:nvPicPr>
            <p:cNvPr id="114" name="Google Shape;114;p19"/>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115" name="Google Shape;115;p19"/>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Saying yes to…</a:t>
              </a:r>
              <a:endParaRPr sz="1400">
                <a:solidFill>
                  <a:schemeClr val="dk1"/>
                </a:solidFill>
                <a:latin typeface="Proxima Nova"/>
                <a:ea typeface="Proxima Nova"/>
                <a:cs typeface="Proxima Nova"/>
                <a:sym typeface="Proxima Nova"/>
              </a:endParaRPr>
            </a:p>
          </p:txBody>
        </p:sp>
      </p:grpSp>
      <p:grpSp>
        <p:nvGrpSpPr>
          <p:cNvPr id="116" name="Google Shape;116;p19"/>
          <p:cNvGrpSpPr/>
          <p:nvPr/>
        </p:nvGrpSpPr>
        <p:grpSpPr>
          <a:xfrm>
            <a:off x="6556631" y="3553530"/>
            <a:ext cx="1657270" cy="1871755"/>
            <a:chOff x="-1581150" y="678423"/>
            <a:chExt cx="1305554" cy="1305177"/>
          </a:xfrm>
        </p:grpSpPr>
        <p:pic>
          <p:nvPicPr>
            <p:cNvPr id="117" name="Google Shape;117;p19"/>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118" name="Google Shape;118;p19"/>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How do you want to make a difference?</a:t>
              </a:r>
              <a:endParaRPr sz="1400">
                <a:solidFill>
                  <a:schemeClr val="dk1"/>
                </a:solidFill>
                <a:latin typeface="Proxima Nova"/>
                <a:ea typeface="Proxima Nova"/>
                <a:cs typeface="Proxima Nova"/>
                <a:sym typeface="Proxima Nova"/>
              </a:endParaRPr>
            </a:p>
          </p:txBody>
        </p:sp>
      </p:grpSp>
      <p:grpSp>
        <p:nvGrpSpPr>
          <p:cNvPr id="119" name="Google Shape;119;p19"/>
          <p:cNvGrpSpPr/>
          <p:nvPr/>
        </p:nvGrpSpPr>
        <p:grpSpPr>
          <a:xfrm>
            <a:off x="6556631" y="7326443"/>
            <a:ext cx="1657270" cy="1871755"/>
            <a:chOff x="-1581150" y="678423"/>
            <a:chExt cx="1305554" cy="1305177"/>
          </a:xfrm>
        </p:grpSpPr>
        <p:pic>
          <p:nvPicPr>
            <p:cNvPr id="120" name="Google Shape;120;p19"/>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121" name="Google Shape;121;p19"/>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People or things that will help me make this impact…</a:t>
              </a:r>
              <a:endParaRPr sz="1400">
                <a:solidFill>
                  <a:schemeClr val="dk1"/>
                </a:solidFill>
                <a:latin typeface="Proxima Nova"/>
                <a:ea typeface="Proxima Nova"/>
                <a:cs typeface="Proxima Nova"/>
                <a:sym typeface="Proxima Nova"/>
              </a:endParaRPr>
            </a:p>
          </p:txBody>
        </p:sp>
      </p:grpSp>
      <p:grpSp>
        <p:nvGrpSpPr>
          <p:cNvPr id="122" name="Google Shape;122;p19"/>
          <p:cNvGrpSpPr/>
          <p:nvPr/>
        </p:nvGrpSpPr>
        <p:grpSpPr>
          <a:xfrm>
            <a:off x="273621" y="814530"/>
            <a:ext cx="1657270" cy="1871755"/>
            <a:chOff x="-1581150" y="678423"/>
            <a:chExt cx="1305554" cy="1305177"/>
          </a:xfrm>
        </p:grpSpPr>
        <p:pic>
          <p:nvPicPr>
            <p:cNvPr id="123" name="Google Shape;123;p19"/>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124" name="Google Shape;124;p19"/>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IMPACT - Part 1</a:t>
              </a:r>
              <a:endParaRPr sz="1400">
                <a:solidFill>
                  <a:schemeClr val="dk1"/>
                </a:solidFill>
                <a:latin typeface="Proxima Nova"/>
                <a:ea typeface="Proxima Nova"/>
                <a:cs typeface="Proxima Nova"/>
                <a:sym typeface="Proxima Nova"/>
              </a:endParaRPr>
            </a:p>
          </p:txBody>
        </p:sp>
      </p:grpSp>
      <p:grpSp>
        <p:nvGrpSpPr>
          <p:cNvPr id="125" name="Google Shape;125;p19"/>
          <p:cNvGrpSpPr/>
          <p:nvPr/>
        </p:nvGrpSpPr>
        <p:grpSpPr>
          <a:xfrm>
            <a:off x="2501461" y="6226010"/>
            <a:ext cx="1657270" cy="1871755"/>
            <a:chOff x="-1581150" y="678423"/>
            <a:chExt cx="1305554" cy="1305177"/>
          </a:xfrm>
        </p:grpSpPr>
        <p:pic>
          <p:nvPicPr>
            <p:cNvPr id="126" name="Google Shape;126;p19"/>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127" name="Google Shape;127;p19"/>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My Assets</a:t>
              </a:r>
              <a:endParaRPr sz="1400">
                <a:solidFill>
                  <a:schemeClr val="dk1"/>
                </a:solidFill>
                <a:latin typeface="Proxima Nova"/>
                <a:ea typeface="Proxima Nova"/>
                <a:cs typeface="Proxima Nova"/>
                <a:sym typeface="Proxima Nova"/>
              </a:endParaRPr>
            </a:p>
          </p:txBody>
        </p:sp>
      </p:grpSp>
      <p:grpSp>
        <p:nvGrpSpPr>
          <p:cNvPr id="128" name="Google Shape;128;p19"/>
          <p:cNvGrpSpPr/>
          <p:nvPr/>
        </p:nvGrpSpPr>
        <p:grpSpPr>
          <a:xfrm>
            <a:off x="273621" y="6678500"/>
            <a:ext cx="1657270" cy="1871755"/>
            <a:chOff x="-1581150" y="678423"/>
            <a:chExt cx="1305554" cy="1305177"/>
          </a:xfrm>
        </p:grpSpPr>
        <p:pic>
          <p:nvPicPr>
            <p:cNvPr id="129" name="Google Shape;129;p19"/>
            <p:cNvPicPr preferRelativeResize="0"/>
            <p:nvPr/>
          </p:nvPicPr>
          <p:blipFill>
            <a:blip r:embed="rId4">
              <a:alphaModFix/>
            </a:blip>
            <a:stretch>
              <a:fillRect/>
            </a:stretch>
          </p:blipFill>
          <p:spPr>
            <a:xfrm>
              <a:off x="-1581150" y="702475"/>
              <a:ext cx="1305554" cy="1281125"/>
            </a:xfrm>
            <a:prstGeom prst="rect">
              <a:avLst/>
            </a:prstGeom>
            <a:noFill/>
            <a:ln>
              <a:noFill/>
            </a:ln>
          </p:spPr>
        </p:pic>
        <p:sp>
          <p:nvSpPr>
            <p:cNvPr id="130" name="Google Shape;130;p19"/>
            <p:cNvSpPr txBox="1"/>
            <p:nvPr/>
          </p:nvSpPr>
          <p:spPr>
            <a:xfrm>
              <a:off x="-1514123" y="678423"/>
              <a:ext cx="1171500" cy="1231500"/>
            </a:xfrm>
            <a:prstGeom prst="rect">
              <a:avLst/>
            </a:prstGeom>
            <a:noFill/>
            <a:ln>
              <a:noFill/>
            </a:ln>
          </p:spPr>
          <p:txBody>
            <a:bodyPr anchorCtr="0" anchor="ctr" bIns="124550" lIns="124550" spcFirstLastPara="1" rIns="124550" wrap="square" tIns="124550">
              <a:noAutofit/>
            </a:bodyPr>
            <a:lstStyle/>
            <a:p>
              <a:pPr indent="0" lvl="0" marL="25400" rtl="0" algn="ctr">
                <a:spcBef>
                  <a:spcPts val="0"/>
                </a:spcBef>
                <a:spcAft>
                  <a:spcPts val="0"/>
                </a:spcAft>
                <a:buNone/>
              </a:pPr>
              <a:r>
                <a:rPr lang="en" sz="1400">
                  <a:solidFill>
                    <a:schemeClr val="dk1"/>
                  </a:solidFill>
                  <a:latin typeface="Proxima Nova"/>
                  <a:ea typeface="Proxima Nova"/>
                  <a:cs typeface="Proxima Nova"/>
                  <a:sym typeface="Proxima Nova"/>
                </a:rPr>
                <a:t>My Narrative - Part 2</a:t>
              </a:r>
              <a:endParaRPr sz="1400">
                <a:solidFill>
                  <a:schemeClr val="dk1"/>
                </a:solidFill>
                <a:latin typeface="Proxima Nova"/>
                <a:ea typeface="Proxima Nova"/>
                <a:cs typeface="Proxima Nova"/>
                <a:sym typeface="Proxima Nova"/>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9138"/>
        </a:solidFill>
      </p:bgPr>
    </p:bg>
    <p:spTree>
      <p:nvGrpSpPr>
        <p:cNvPr id="134" name="Shape 134"/>
        <p:cNvGrpSpPr/>
        <p:nvPr/>
      </p:nvGrpSpPr>
      <p:grpSpPr>
        <a:xfrm>
          <a:off x="0" y="0"/>
          <a:ext cx="0" cy="0"/>
          <a:chOff x="0" y="0"/>
          <a:chExt cx="0" cy="0"/>
        </a:xfrm>
      </p:grpSpPr>
      <p:sp>
        <p:nvSpPr>
          <p:cNvPr id="135" name="Google Shape;135;p20"/>
          <p:cNvSpPr txBox="1"/>
          <p:nvPr>
            <p:ph type="ctrTitle"/>
          </p:nvPr>
        </p:nvSpPr>
        <p:spPr>
          <a:xfrm>
            <a:off x="515423" y="3212589"/>
            <a:ext cx="14089200" cy="4266900"/>
          </a:xfrm>
          <a:prstGeom prst="rect">
            <a:avLst/>
          </a:prstGeom>
        </p:spPr>
        <p:txBody>
          <a:bodyPr anchorCtr="0" anchor="ctr" bIns="164125" lIns="164125" spcFirstLastPara="1" rIns="164125" wrap="square" tIns="164125">
            <a:normAutofit fontScale="90000"/>
          </a:bodyPr>
          <a:lstStyle/>
          <a:p>
            <a:pPr indent="0" lvl="0" marL="0" rtl="0" algn="ctr">
              <a:spcBef>
                <a:spcPts val="0"/>
              </a:spcBef>
              <a:spcAft>
                <a:spcPts val="0"/>
              </a:spcAft>
              <a:buNone/>
            </a:pPr>
            <a:r>
              <a:rPr lang="en">
                <a:solidFill>
                  <a:schemeClr val="lt1"/>
                </a:solidFill>
              </a:rPr>
              <a:t>Saying no makes space for saying yes to the right things (aligned to our values and priorities)</a:t>
            </a:r>
            <a:endParaRPr>
              <a:solidFill>
                <a:schemeClr val="lt1"/>
              </a:solidFill>
            </a:endParaRPr>
          </a:p>
        </p:txBody>
      </p:sp>
      <p:sp>
        <p:nvSpPr>
          <p:cNvPr id="136" name="Google Shape;136;p20"/>
          <p:cNvSpPr/>
          <p:nvPr/>
        </p:nvSpPr>
        <p:spPr>
          <a:xfrm>
            <a:off x="1144500" y="1845090"/>
            <a:ext cx="12950700" cy="7073100"/>
          </a:xfrm>
          <a:prstGeom prst="wedgeRoundRectCallout">
            <a:avLst>
              <a:gd fmla="val -20833" name="adj1"/>
              <a:gd fmla="val 62500" name="adj2"/>
              <a:gd fmla="val 0" name="adj3"/>
            </a:avLst>
          </a:prstGeom>
          <a:noFill/>
          <a:ln cap="flat" cmpd="sng" w="9525">
            <a:solidFill>
              <a:srgbClr val="FFFFFF"/>
            </a:solidFill>
            <a:prstDash val="solid"/>
            <a:round/>
            <a:headEnd len="sm" w="sm" type="none"/>
            <a:tailEnd len="sm" w="sm" type="none"/>
          </a:ln>
          <a:effectLst>
            <a:outerShdw blurRad="571500" rotWithShape="0" algn="bl" dir="5400000" dist="133350">
              <a:srgbClr val="F3F3F3">
                <a:alpha val="50000"/>
              </a:srgbClr>
            </a:outerShdw>
          </a:effectLst>
        </p:spPr>
        <p:txBody>
          <a:bodyPr anchorCtr="0" anchor="ctr" bIns="164125" lIns="164125" spcFirstLastPara="1" rIns="164125" wrap="square" tIns="1641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Ron de Brito is a Compassion coach and Nonviolent Communication (NVC) trainer. In this conversation we look at how to cultivate empathy in conflicts by understanding each others needs and also when to put your boundaries up. &#10;&#10;We answer questions from viewers and discuss the value of NVC in the modern world.&#10;&#10;More on Togetherness including workshops with Ron in NVC here: Togetherness.com&#10;&#10;More on Ron and her work here: http://www.essencetransformation.co.uk/" id="141" name="Google Shape;141;p21" title="Compassionate Communication">
            <a:hlinkClick r:id="rId3"/>
          </p:cNvPr>
          <p:cNvPicPr preferRelativeResize="0"/>
          <p:nvPr/>
        </p:nvPicPr>
        <p:blipFill>
          <a:blip r:embed="rId4">
            <a:alphaModFix/>
          </a:blip>
          <a:stretch>
            <a:fillRect/>
          </a:stretch>
        </p:blipFill>
        <p:spPr>
          <a:xfrm>
            <a:off x="1356960" y="316800"/>
            <a:ext cx="12406081" cy="930457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ctrTitle"/>
          </p:nvPr>
        </p:nvSpPr>
        <p:spPr>
          <a:xfrm>
            <a:off x="515423" y="1547778"/>
            <a:ext cx="14089200" cy="4266900"/>
          </a:xfrm>
          <a:prstGeom prst="rect">
            <a:avLst/>
          </a:prstGeom>
        </p:spPr>
        <p:txBody>
          <a:bodyPr anchorCtr="0" anchor="b" bIns="164125" lIns="164125" spcFirstLastPara="1" rIns="164125" wrap="square" tIns="164125">
            <a:normAutofit/>
          </a:bodyPr>
          <a:lstStyle/>
          <a:p>
            <a:pPr indent="0" lvl="0" marL="0" rtl="0" algn="ctr">
              <a:spcBef>
                <a:spcPts val="0"/>
              </a:spcBef>
              <a:spcAft>
                <a:spcPts val="0"/>
              </a:spcAft>
              <a:buNone/>
            </a:pPr>
            <a:r>
              <a:rPr lang="en"/>
              <a:t>[Iterate narrative]</a:t>
            </a:r>
            <a:endParaRPr/>
          </a:p>
        </p:txBody>
      </p:sp>
      <p:sp>
        <p:nvSpPr>
          <p:cNvPr id="147" name="Google Shape;147;p22"/>
          <p:cNvSpPr txBox="1"/>
          <p:nvPr>
            <p:ph idx="1" type="subTitle"/>
          </p:nvPr>
        </p:nvSpPr>
        <p:spPr>
          <a:xfrm>
            <a:off x="515409" y="5891409"/>
            <a:ext cx="14089200" cy="1647600"/>
          </a:xfrm>
          <a:prstGeom prst="rect">
            <a:avLst/>
          </a:prstGeom>
        </p:spPr>
        <p:txBody>
          <a:bodyPr anchorCtr="0" anchor="t" bIns="164125" lIns="164125" spcFirstLastPara="1" rIns="164125" wrap="square" tIns="164125">
            <a:norm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