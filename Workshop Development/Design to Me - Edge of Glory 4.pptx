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692000" cx="15120000"/>
  <p:notesSz cx="6858000" cy="9144000"/>
  <p:embeddedFontLst>
    <p:embeddedFont>
      <p:font typeface="Proxima Nova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A4A3A4"/>
          </p15:clr>
        </p15:guide>
        <p15:guide id="2" pos="47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476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bold.fntdata"/><Relationship Id="rId16" Type="http://schemas.openxmlformats.org/officeDocument/2006/relationships/font" Target="fonts/ProximaNov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Italic.fntdata"/><Relationship Id="rId6" Type="http://schemas.openxmlformats.org/officeDocument/2006/relationships/slide" Target="slides/slide1.xml"/><Relationship Id="rId18" Type="http://schemas.openxmlformats.org/officeDocument/2006/relationships/font" Target="fonts/ProximaNov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762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0e541861d4_3_1402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0e541861d4_3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009ce78c95_0_117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009ce78c9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e541861d4_3_1425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e541861d4_3_1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0e541861d4_3_1387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0e541861d4_3_1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0e541861d4_3_1371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0e541861d4_3_1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new canvas for this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5a224ec2b_0_0:notes"/>
          <p:cNvSpPr/>
          <p:nvPr>
            <p:ph idx="2" type="sldImg"/>
          </p:nvPr>
        </p:nvSpPr>
        <p:spPr>
          <a:xfrm>
            <a:off x="1004762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5a224ec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e541861d4_3_1411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0e541861d4_3_1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0e541861d4_3_1416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0e541861d4_3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009ce78c95_0_22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009ce78c9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0e541861d4_3_1357:notes"/>
          <p:cNvSpPr/>
          <p:nvPr>
            <p:ph idx="2" type="sldImg"/>
          </p:nvPr>
        </p:nvSpPr>
        <p:spPr>
          <a:xfrm>
            <a:off x="1004755" y="685800"/>
            <a:ext cx="4849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0e541861d4_3_1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new canvas for this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15409" y="4471058"/>
            <a:ext cx="14089200" cy="17499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15409" y="2395696"/>
            <a:ext cx="14089200" cy="7101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15409" y="2395696"/>
            <a:ext cx="6614100" cy="7101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7990583" y="2395696"/>
            <a:ext cx="6614100" cy="7101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15409" y="1154948"/>
            <a:ext cx="4643100" cy="15708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15409" y="2888617"/>
            <a:ext cx="4643100" cy="66090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10650" y="935745"/>
            <a:ext cx="10529400" cy="85038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2pPr>
            <a:lvl3pPr lvl="2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3pPr>
            <a:lvl4pPr lvl="3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4pPr>
            <a:lvl5pPr lvl="4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5pPr>
            <a:lvl6pPr lvl="5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6pPr>
            <a:lvl7pPr lvl="6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7pPr>
            <a:lvl8pPr lvl="7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8pPr>
            <a:lvl9pPr lvl="8">
              <a:spcBef>
                <a:spcPts val="0"/>
              </a:spcBef>
              <a:spcAft>
                <a:spcPts val="0"/>
              </a:spcAft>
              <a:buSzPts val="8600"/>
              <a:buNone/>
              <a:defRPr sz="8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560000" y="-260"/>
            <a:ext cx="756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4125" lIns="164125" spcFirstLastPara="1" rIns="164125" wrap="square" tIns="16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39016" y="2563450"/>
            <a:ext cx="6688800" cy="30813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39016" y="5826865"/>
            <a:ext cx="6688800" cy="25674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167677" y="1505164"/>
            <a:ext cx="6344700" cy="76812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15409" y="8794266"/>
            <a:ext cx="9919200" cy="12579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15409" y="2299346"/>
            <a:ext cx="14089200" cy="40815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500"/>
              <a:buNone/>
              <a:defRPr sz="215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15409" y="6552657"/>
            <a:ext cx="14089200" cy="27039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431800" lvl="0" marL="4572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5409" y="925091"/>
            <a:ext cx="140892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125" lIns="164125" spcFirstLastPara="1" rIns="164125" wrap="square" tIns="1641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5409" y="2395696"/>
            <a:ext cx="140892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125" lIns="164125" spcFirstLastPara="1" rIns="164125" wrap="square" tIns="164125">
            <a:normAutofit/>
          </a:bodyPr>
          <a:lstStyle>
            <a:lvl1pPr indent="-431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●"/>
              <a:defRPr sz="3200">
                <a:solidFill>
                  <a:schemeClr val="dk2"/>
                </a:solidFill>
              </a:defRPr>
            </a:lvl1pPr>
            <a:lvl2pPr indent="-3873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2pPr>
            <a:lvl3pPr indent="-3873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3pPr>
            <a:lvl4pPr indent="-3873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4pPr>
            <a:lvl5pPr indent="-3873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5pPr>
            <a:lvl6pPr indent="-3873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6pPr>
            <a:lvl7pPr indent="-3873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7pPr>
            <a:lvl8pPr indent="-3873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8pPr>
            <a:lvl9pPr indent="-3873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009576" y="9693616"/>
            <a:ext cx="9072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4125" lIns="164125" spcFirstLastPara="1" rIns="164125" wrap="square" tIns="164125">
            <a:normAutofit/>
          </a:bodyPr>
          <a:lstStyle>
            <a:lvl1pPr lvl="0" algn="r">
              <a:buNone/>
              <a:defRPr sz="1800">
                <a:solidFill>
                  <a:schemeClr val="dk2"/>
                </a:solidFill>
              </a:defRPr>
            </a:lvl1pPr>
            <a:lvl2pPr lvl="1" algn="r">
              <a:buNone/>
              <a:defRPr sz="1800">
                <a:solidFill>
                  <a:schemeClr val="dk2"/>
                </a:solidFill>
              </a:defRPr>
            </a:lvl2pPr>
            <a:lvl3pPr lvl="2" algn="r">
              <a:buNone/>
              <a:defRPr sz="1800">
                <a:solidFill>
                  <a:schemeClr val="dk2"/>
                </a:solidFill>
              </a:defRPr>
            </a:lvl3pPr>
            <a:lvl4pPr lvl="3" algn="r">
              <a:buNone/>
              <a:defRPr sz="1800">
                <a:solidFill>
                  <a:schemeClr val="dk2"/>
                </a:solidFill>
              </a:defRPr>
            </a:lvl4pPr>
            <a:lvl5pPr lvl="4" algn="r">
              <a:buNone/>
              <a:defRPr sz="1800">
                <a:solidFill>
                  <a:schemeClr val="dk2"/>
                </a:solidFill>
              </a:defRPr>
            </a:lvl5pPr>
            <a:lvl6pPr lvl="5" algn="r">
              <a:buNone/>
              <a:defRPr sz="1800">
                <a:solidFill>
                  <a:schemeClr val="dk2"/>
                </a:solidFill>
              </a:defRPr>
            </a:lvl6pPr>
            <a:lvl7pPr lvl="6" algn="r">
              <a:buNone/>
              <a:defRPr sz="1800">
                <a:solidFill>
                  <a:schemeClr val="dk2"/>
                </a:solidFill>
              </a:defRPr>
            </a:lvl7pPr>
            <a:lvl8pPr lvl="7" algn="r">
              <a:buNone/>
              <a:defRPr sz="1800">
                <a:solidFill>
                  <a:schemeClr val="dk2"/>
                </a:solidFill>
              </a:defRPr>
            </a:lvl8pPr>
            <a:lvl9pPr lvl="8" algn="r">
              <a:buNone/>
              <a:defRPr sz="1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15423" y="3212589"/>
            <a:ext cx="14089200" cy="42669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EDGE OF GLORY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What’s holding you back? (constraints)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515409" y="5891409"/>
            <a:ext cx="14089200" cy="37032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-736600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●"/>
            </a:pPr>
            <a:r>
              <a:rPr lang="en">
                <a:solidFill>
                  <a:srgbClr val="FFFFFF"/>
                </a:solidFill>
              </a:rPr>
              <a:t>Keep it real - what’s keeping you stuck?</a:t>
            </a:r>
            <a:endParaRPr>
              <a:solidFill>
                <a:srgbClr val="FFFFFF"/>
              </a:solidFill>
            </a:endParaRPr>
          </a:p>
          <a:p>
            <a:pPr indent="-736600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●"/>
            </a:pPr>
            <a:r>
              <a:rPr lang="en">
                <a:solidFill>
                  <a:srgbClr val="FFFFFF"/>
                </a:solidFill>
              </a:rPr>
              <a:t>Locus of control - is this within my control or influence?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1651064" y="2095554"/>
            <a:ext cx="1657270" cy="1871755"/>
            <a:chOff x="-1581150" y="678423"/>
            <a:chExt cx="1305554" cy="1305177"/>
          </a:xfrm>
        </p:grpSpPr>
        <p:pic>
          <p:nvPicPr>
            <p:cNvPr id="66" name="Google Shape;66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5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Keeping me stuck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68" name="Google Shape;68;p15"/>
          <p:cNvGrpSpPr/>
          <p:nvPr/>
        </p:nvGrpSpPr>
        <p:grpSpPr>
          <a:xfrm>
            <a:off x="10238700" y="2000919"/>
            <a:ext cx="1657270" cy="1871755"/>
            <a:chOff x="-1581150" y="678423"/>
            <a:chExt cx="1305554" cy="1305177"/>
          </a:xfrm>
        </p:grpSpPr>
        <p:pic>
          <p:nvPicPr>
            <p:cNvPr id="69" name="Google Shape;69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5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Things I can’t control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000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Making </a:t>
            </a:r>
            <a:r>
              <a:rPr lang="en">
                <a:solidFill>
                  <a:srgbClr val="FFFFFF"/>
                </a:solidFill>
              </a:rPr>
              <a:t>room for what you love (boundaries)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515409" y="5891409"/>
            <a:ext cx="14089200" cy="3750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Thinking about your why statement, what do you need more or less of to show up with full mojo?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6969" y="6738238"/>
            <a:ext cx="2040432" cy="2385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7"/>
          <p:cNvGrpSpPr/>
          <p:nvPr/>
        </p:nvGrpSpPr>
        <p:grpSpPr>
          <a:xfrm>
            <a:off x="11378322" y="1977273"/>
            <a:ext cx="1657270" cy="1871755"/>
            <a:chOff x="-1581150" y="678423"/>
            <a:chExt cx="1305554" cy="1305177"/>
          </a:xfrm>
        </p:grpSpPr>
        <p:pic>
          <p:nvPicPr>
            <p:cNvPr id="83" name="Google Shape;83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7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Minimise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85" name="Google Shape;85;p17"/>
          <p:cNvGrpSpPr/>
          <p:nvPr/>
        </p:nvGrpSpPr>
        <p:grpSpPr>
          <a:xfrm>
            <a:off x="1651064" y="2095554"/>
            <a:ext cx="1657270" cy="1871755"/>
            <a:chOff x="-1581150" y="678423"/>
            <a:chExt cx="1305554" cy="1305177"/>
          </a:xfrm>
        </p:grpSpPr>
        <p:pic>
          <p:nvPicPr>
            <p:cNvPr id="86" name="Google Shape;86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7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Maximise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850" y="2188100"/>
            <a:ext cx="5743575" cy="701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0000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1144500" y="1845090"/>
            <a:ext cx="12950700" cy="70731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133350">
              <a:srgbClr val="F3F3F3">
                <a:alpha val="50000"/>
              </a:srgbClr>
            </a:outerShdw>
          </a:effectLst>
        </p:spPr>
        <p:txBody>
          <a:bodyPr anchorCtr="0" anchor="ctr" bIns="164125" lIns="164125" spcFirstLastPara="1" rIns="164125" wrap="square" tIns="164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type="ctrTitle"/>
          </p:nvPr>
        </p:nvSpPr>
        <p:spPr>
          <a:xfrm>
            <a:off x="1524112" y="3212589"/>
            <a:ext cx="12117900" cy="4266900"/>
          </a:xfrm>
          <a:prstGeom prst="rect">
            <a:avLst/>
          </a:prstGeom>
        </p:spPr>
        <p:txBody>
          <a:bodyPr anchorCtr="0" anchor="ctr" bIns="164125" lIns="164125" spcFirstLastPara="1" rIns="164125" wrap="square" tIns="1641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Are your beliefs holding you back? Which one(s)?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ctrTitle"/>
          </p:nvPr>
        </p:nvSpPr>
        <p:spPr>
          <a:xfrm>
            <a:off x="515423" y="1487494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Belief flip</a:t>
            </a:r>
            <a:endParaRPr/>
          </a:p>
        </p:txBody>
      </p:sp>
      <p:sp>
        <p:nvSpPr>
          <p:cNvPr id="104" name="Google Shape;104;p20"/>
          <p:cNvSpPr txBox="1"/>
          <p:nvPr>
            <p:ph idx="1" type="subTitle"/>
          </p:nvPr>
        </p:nvSpPr>
        <p:spPr>
          <a:xfrm>
            <a:off x="515409" y="5891409"/>
            <a:ext cx="14089200" cy="16476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 fontScale="70000"/>
          </a:bodyPr>
          <a:lstStyle/>
          <a:p>
            <a:pPr indent="-659130" lvl="0" marL="8255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400"/>
              <a:t>Are there better beliefs that serve you?</a:t>
            </a:r>
            <a:endParaRPr sz="5400"/>
          </a:p>
          <a:p>
            <a:pPr indent="-659130" lvl="0" marL="8255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400"/>
              <a:t>How could you reframe them to support you with your goals?</a:t>
            </a:r>
            <a:endParaRPr sz="5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ctrTitle"/>
          </p:nvPr>
        </p:nvSpPr>
        <p:spPr>
          <a:xfrm>
            <a:off x="515423" y="1547778"/>
            <a:ext cx="14089200" cy="4266900"/>
          </a:xfrm>
          <a:prstGeom prst="rect">
            <a:avLst/>
          </a:prstGeom>
        </p:spPr>
        <p:txBody>
          <a:bodyPr anchorCtr="0" anchor="b" bIns="164125" lIns="164125" spcFirstLastPara="1" rIns="164125" wrap="square" tIns="1641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Name and frame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515409" y="5891409"/>
            <a:ext cx="14089200" cy="3834000"/>
          </a:xfrm>
          <a:prstGeom prst="rect">
            <a:avLst/>
          </a:prstGeom>
        </p:spPr>
        <p:txBody>
          <a:bodyPr anchorCtr="0" anchor="t" bIns="164125" lIns="164125" spcFirstLastPara="1" rIns="164125" wrap="square" tIns="164125">
            <a:normAutofit/>
          </a:bodyPr>
          <a:lstStyle/>
          <a:p>
            <a:pPr indent="-736600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●"/>
            </a:pPr>
            <a:r>
              <a:rPr lang="en">
                <a:solidFill>
                  <a:srgbClr val="FFFFFF"/>
                </a:solidFill>
              </a:rPr>
              <a:t>What change do you seek?</a:t>
            </a:r>
            <a:endParaRPr>
              <a:solidFill>
                <a:srgbClr val="FFFFFF"/>
              </a:solidFill>
            </a:endParaRPr>
          </a:p>
          <a:p>
            <a:pPr indent="-736600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●"/>
            </a:pPr>
            <a:r>
              <a:rPr lang="en">
                <a:solidFill>
                  <a:srgbClr val="FFFFFF"/>
                </a:solidFill>
              </a:rPr>
              <a:t>Who is it for?</a:t>
            </a:r>
            <a:endParaRPr>
              <a:solidFill>
                <a:srgbClr val="FFFFFF"/>
              </a:solidFill>
            </a:endParaRPr>
          </a:p>
          <a:p>
            <a:pPr indent="-736600" lvl="0" marL="825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Char char="●"/>
            </a:pPr>
            <a:r>
              <a:rPr lang="en">
                <a:solidFill>
                  <a:srgbClr val="FFFFFF"/>
                </a:solidFill>
              </a:rPr>
              <a:t>What can’t be changed (constraints)?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2"/>
          <p:cNvGrpSpPr/>
          <p:nvPr/>
        </p:nvGrpSpPr>
        <p:grpSpPr>
          <a:xfrm>
            <a:off x="5902737" y="2095554"/>
            <a:ext cx="1657270" cy="1871755"/>
            <a:chOff x="-1581150" y="678423"/>
            <a:chExt cx="1305554" cy="1305177"/>
          </a:xfrm>
        </p:grpSpPr>
        <p:pic>
          <p:nvPicPr>
            <p:cNvPr id="116" name="Google Shape;116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22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Who it’s for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18" name="Google Shape;118;p22"/>
          <p:cNvGrpSpPr/>
          <p:nvPr/>
        </p:nvGrpSpPr>
        <p:grpSpPr>
          <a:xfrm>
            <a:off x="1651064" y="2095554"/>
            <a:ext cx="1657270" cy="1871755"/>
            <a:chOff x="-1581150" y="678423"/>
            <a:chExt cx="1305554" cy="1305177"/>
          </a:xfrm>
        </p:grpSpPr>
        <p:pic>
          <p:nvPicPr>
            <p:cNvPr id="119" name="Google Shape;119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22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 change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21" name="Google Shape;121;p22"/>
          <p:cNvGrpSpPr/>
          <p:nvPr/>
        </p:nvGrpSpPr>
        <p:grpSpPr>
          <a:xfrm>
            <a:off x="10238700" y="2000919"/>
            <a:ext cx="1657270" cy="1871755"/>
            <a:chOff x="-1581150" y="678423"/>
            <a:chExt cx="1305554" cy="1305177"/>
          </a:xfrm>
        </p:grpSpPr>
        <p:pic>
          <p:nvPicPr>
            <p:cNvPr id="122" name="Google Shape;122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581150" y="702475"/>
              <a:ext cx="1305554" cy="128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2"/>
            <p:cNvSpPr txBox="1"/>
            <p:nvPr/>
          </p:nvSpPr>
          <p:spPr>
            <a:xfrm>
              <a:off x="-1514123" y="678423"/>
              <a:ext cx="1171500" cy="12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4550" lIns="124550" spcFirstLastPara="1" rIns="124550" wrap="square" tIns="124550">
              <a:noAutofit/>
            </a:bodyPr>
            <a:lstStyle/>
            <a:p>
              <a:pPr indent="0" lvl="0" marL="2540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This can’t be changed</a:t>
              </a:r>
              <a:endParaRPr sz="1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