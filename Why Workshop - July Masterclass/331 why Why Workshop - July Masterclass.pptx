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15"/>
  </p:sldIdLst>
  <p:sldSz cx="15113000" cy="10693400"/>
  <p:notesSz cx="6858000" cy="9144000"/>
  <p:embeddedFontLst>
    <p:embeddedFont>
      <p:font typeface="Glacial Indifference" charset="1" panose="00000000000000000000"/>
      <p:regular r:id="rId6"/>
    </p:embeddedFont>
    <p:embeddedFont>
      <p:font typeface="Glacial Indifference Bold" charset="1" panose="00000800000000000000"/>
      <p:regular r:id="rId7"/>
    </p:embeddedFont>
    <p:embeddedFont>
      <p:font typeface="Glacial Indifference Italics" charset="1" panose="00000000000000000000"/>
      <p:regular r:id="rId8"/>
    </p:embeddedFont>
    <p:embeddedFont>
      <p:font typeface="Glacial Indifference Bold Italics" charset="1" panose="00000800000000000000"/>
      <p:regular r:id="rId9"/>
    </p:embeddedFont>
    <p:embeddedFont>
      <p:font typeface="Special Elite" charset="1" panose="02000506000000020004"/>
      <p:regular r:id="rId10"/>
    </p:embeddedFont>
    <p:embeddedFont>
      <p:font typeface="Arimo" charset="1" panose="020B0604020202020204"/>
      <p:regular r:id="rId11"/>
    </p:embeddedFont>
    <p:embeddedFont>
      <p:font typeface="Arimo Bold" charset="1" panose="020B0704020202020204"/>
      <p:regular r:id="rId12"/>
    </p:embeddedFont>
    <p:embeddedFont>
      <p:font typeface="Arimo Italics" charset="1" panose="020B0604020202090204"/>
      <p:regular r:id="rId13"/>
    </p:embeddedFont>
    <p:embeddedFont>
      <p:font typeface="Arimo Bold Italics" charset="1" panose="020B0704020202090204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slides/slide1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fonts/font6.fntdata" Type="http://schemas.openxmlformats.org/officeDocument/2006/relationships/font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39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286378" y="6047162"/>
            <a:ext cx="1779768" cy="2624038"/>
            <a:chOff x="0" y="0"/>
            <a:chExt cx="2373024" cy="3498717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2220855"/>
              <a:ext cx="2373024" cy="12778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52"/>
                </a:lnSpc>
              </a:pPr>
              <a:r>
                <a:rPr lang="en-US" sz="3394">
                  <a:solidFill>
                    <a:srgbClr val="FFFFFF"/>
                  </a:solidFill>
                  <a:latin typeface="Glacial Indifference Bold"/>
                </a:rPr>
                <a:t>Values</a:t>
              </a:r>
            </a:p>
            <a:p>
              <a:pPr algn="ctr">
                <a:lnSpc>
                  <a:spcPts val="3047"/>
                </a:lnSpc>
                <a:spcBef>
                  <a:spcPct val="0"/>
                </a:spcBef>
              </a:pPr>
              <a:r>
                <a:rPr lang="en-US" sz="2176">
                  <a:solidFill>
                    <a:srgbClr val="FFFFFF"/>
                  </a:solidFill>
                  <a:latin typeface="Glacial Indifference"/>
                </a:rPr>
                <a:t>Your words</a:t>
              </a:r>
            </a:p>
          </p:txBody>
        </p:sp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2"/>
            <a:srcRect l="2721" t="50944" r="73070" b="13299"/>
            <a:stretch>
              <a:fillRect/>
            </a:stretch>
          </p:blipFill>
          <p:spPr>
            <a:xfrm flipH="false" flipV="false" rot="0">
              <a:off x="187924" y="0"/>
              <a:ext cx="1997175" cy="2085619"/>
            </a:xfrm>
            <a:prstGeom prst="rect">
              <a:avLst/>
            </a:prstGeom>
          </p:spPr>
        </p:pic>
      </p:grpSp>
      <p:grpSp>
        <p:nvGrpSpPr>
          <p:cNvPr name="Group 5" id="5"/>
          <p:cNvGrpSpPr/>
          <p:nvPr/>
        </p:nvGrpSpPr>
        <p:grpSpPr>
          <a:xfrm rot="0">
            <a:off x="6633023" y="6022968"/>
            <a:ext cx="2077201" cy="2648232"/>
            <a:chOff x="0" y="0"/>
            <a:chExt cx="2769602" cy="3530976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2253114"/>
              <a:ext cx="2769602" cy="12778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52"/>
                </a:lnSpc>
              </a:pPr>
              <a:r>
                <a:rPr lang="en-US" sz="3394">
                  <a:solidFill>
                    <a:srgbClr val="FFFFFF"/>
                  </a:solidFill>
                  <a:latin typeface="Glacial Indifference Bold"/>
                </a:rPr>
                <a:t>Actions</a:t>
              </a:r>
            </a:p>
            <a:p>
              <a:pPr algn="ctr">
                <a:lnSpc>
                  <a:spcPts val="3047"/>
                </a:lnSpc>
                <a:spcBef>
                  <a:spcPct val="0"/>
                </a:spcBef>
              </a:pPr>
              <a:r>
                <a:rPr lang="en-US" sz="2176">
                  <a:solidFill>
                    <a:srgbClr val="FFFFFF"/>
                  </a:solidFill>
                  <a:latin typeface="Glacial Indifference"/>
                </a:rPr>
                <a:t>Aligned actions</a:t>
              </a:r>
            </a:p>
          </p:txBody>
        </p:sp>
        <p:pic>
          <p:nvPicPr>
            <p:cNvPr name="Picture 7" id="7"/>
            <p:cNvPicPr>
              <a:picLocks noChangeAspect="true"/>
            </p:cNvPicPr>
            <p:nvPr/>
          </p:nvPicPr>
          <p:blipFill>
            <a:blip r:embed="rId3"/>
            <a:srcRect l="36224" t="50993" r="39536" b="14881"/>
            <a:stretch>
              <a:fillRect/>
            </a:stretch>
          </p:blipFill>
          <p:spPr>
            <a:xfrm flipH="false" flipV="false" rot="0">
              <a:off x="337166" y="0"/>
              <a:ext cx="2095269" cy="2085619"/>
            </a:xfrm>
            <a:prstGeom prst="rect">
              <a:avLst/>
            </a:prstGeom>
          </p:spPr>
        </p:pic>
      </p:grpSp>
      <p:grpSp>
        <p:nvGrpSpPr>
          <p:cNvPr name="Group 8" id="8"/>
          <p:cNvGrpSpPr/>
          <p:nvPr/>
        </p:nvGrpSpPr>
        <p:grpSpPr>
          <a:xfrm rot="0">
            <a:off x="9277101" y="5986183"/>
            <a:ext cx="2071976" cy="2685017"/>
            <a:chOff x="0" y="0"/>
            <a:chExt cx="2762635" cy="3580023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2302161"/>
              <a:ext cx="2762635" cy="12778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52"/>
                </a:lnSpc>
              </a:pPr>
              <a:r>
                <a:rPr lang="en-US" sz="3394">
                  <a:solidFill>
                    <a:srgbClr val="FFFFFF"/>
                  </a:solidFill>
                  <a:latin typeface="Glacial Indifference Bold"/>
                </a:rPr>
                <a:t>Why</a:t>
              </a:r>
            </a:p>
            <a:p>
              <a:pPr algn="ctr">
                <a:lnSpc>
                  <a:spcPts val="3047"/>
                </a:lnSpc>
                <a:spcBef>
                  <a:spcPct val="0"/>
                </a:spcBef>
              </a:pPr>
              <a:r>
                <a:rPr lang="en-US" sz="2176">
                  <a:solidFill>
                    <a:srgbClr val="FFFFFF"/>
                  </a:solidFill>
                  <a:latin typeface="Glacial Indifference"/>
                </a:rPr>
                <a:t>Impact you make </a:t>
              </a:r>
            </a:p>
          </p:txBody>
        </p:sp>
        <p:pic>
          <p:nvPicPr>
            <p:cNvPr name="Picture 10" id="10"/>
            <p:cNvPicPr>
              <a:picLocks noChangeAspect="true"/>
            </p:cNvPicPr>
            <p:nvPr/>
          </p:nvPicPr>
          <p:blipFill>
            <a:blip r:embed="rId4"/>
            <a:srcRect l="71741" t="51301" r="5696" b="15070"/>
            <a:stretch>
              <a:fillRect/>
            </a:stretch>
          </p:blipFill>
          <p:spPr>
            <a:xfrm flipH="false" flipV="false" rot="0">
              <a:off x="391668" y="0"/>
              <a:ext cx="1979299" cy="2085619"/>
            </a:xfrm>
            <a:prstGeom prst="rect">
              <a:avLst/>
            </a:prstGeom>
          </p:spPr>
        </p:pic>
      </p:grpSp>
      <p:grpSp>
        <p:nvGrpSpPr>
          <p:cNvPr name="Group 11" id="11"/>
          <p:cNvGrpSpPr/>
          <p:nvPr/>
        </p:nvGrpSpPr>
        <p:grpSpPr>
          <a:xfrm rot="0">
            <a:off x="2870439" y="-1919598"/>
            <a:ext cx="10284364" cy="9735968"/>
            <a:chOff x="0" y="0"/>
            <a:chExt cx="13712485" cy="12981291"/>
          </a:xfrm>
        </p:grpSpPr>
        <p:pic>
          <p:nvPicPr>
            <p:cNvPr name="Picture 12" id="12"/>
            <p:cNvPicPr>
              <a:picLocks noChangeAspect="true"/>
            </p:cNvPicPr>
            <p:nvPr/>
          </p:nvPicPr>
          <p:blipFill>
            <a:blip r:embed="rId5">
              <a:alphaModFix amt="46000"/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l="0" t="0" r="0" b="0"/>
            <a:stretch>
              <a:fillRect/>
            </a:stretch>
          </p:blipFill>
          <p:spPr>
            <a:xfrm flipH="true" flipV="true" rot="-9453203">
              <a:off x="1409625" y="1718047"/>
              <a:ext cx="10893234" cy="9545196"/>
            </a:xfrm>
            <a:prstGeom prst="rect">
              <a:avLst/>
            </a:prstGeom>
          </p:spPr>
        </p:pic>
        <p:sp>
          <p:nvSpPr>
            <p:cNvPr name="TextBox 13" id="13"/>
            <p:cNvSpPr txBox="true"/>
            <p:nvPr/>
          </p:nvSpPr>
          <p:spPr>
            <a:xfrm rot="0">
              <a:off x="3287153" y="6732723"/>
              <a:ext cx="6636382" cy="10539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55"/>
                </a:lnSpc>
              </a:pPr>
              <a:r>
                <a:rPr lang="en-US" sz="5472">
                  <a:solidFill>
                    <a:srgbClr val="FFFFFF"/>
                  </a:solidFill>
                  <a:latin typeface="Special Elite"/>
                </a:rPr>
                <a:t>3|3|1 Why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DAFDoERMw64</dc:identifier>
  <dcterms:modified xsi:type="dcterms:W3CDTF">2011-08-01T06:04:30Z</dcterms:modified>
  <cp:revision>1</cp:revision>
  <dc:title>Why Workshop - July Masterclass</dc:title>
</cp:coreProperties>
</file>