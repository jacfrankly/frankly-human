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2"/>
  </p:sldIdLst>
  <p:sldSz cx="15113000" cy="106934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Darker Grotesque" charset="1" panose="00000000000000000000"/>
      <p:regular r:id="rId10"/>
    </p:embeddedFont>
    <p:embeddedFont>
      <p:font typeface="Darker Grotesque Bold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slides/slide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1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4668" y="2772345"/>
            <a:ext cx="5058861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Darker Grotesque"/>
              </a:rPr>
              <a:t>Welcome to an </a:t>
            </a:r>
            <a:r>
              <a:rPr lang="en-US" sz="3599">
                <a:solidFill>
                  <a:srgbClr val="000000"/>
                </a:solidFill>
                <a:latin typeface="Darker Grotesque Bold"/>
              </a:rPr>
              <a:t>easy-to-implement blueprint</a:t>
            </a:r>
            <a:r>
              <a:rPr lang="en-US" sz="3599">
                <a:solidFill>
                  <a:srgbClr val="000000"/>
                </a:solidFill>
                <a:latin typeface="Darker Grotesque"/>
              </a:rPr>
              <a:t> to help you design your life that doesn’t ask you to shirk your responsibilities, </a:t>
            </a:r>
            <a:r>
              <a:rPr lang="en-US" sz="3599">
                <a:solidFill>
                  <a:srgbClr val="000000"/>
                </a:solidFill>
                <a:latin typeface="Darker Grotesque Bold"/>
              </a:rPr>
              <a:t>run off to a silent meditation retreat</a:t>
            </a:r>
            <a:r>
              <a:rPr lang="en-US" sz="3599">
                <a:solidFill>
                  <a:srgbClr val="000000"/>
                </a:solidFill>
                <a:latin typeface="Darker Grotesque"/>
              </a:rPr>
              <a:t> or be so present you never work towards a goal again. </a:t>
            </a:r>
          </a:p>
        </p:txBody>
      </p:sp>
      <p:grpSp>
        <p:nvGrpSpPr>
          <p:cNvPr name="Group 3" id="3"/>
          <p:cNvGrpSpPr/>
          <p:nvPr/>
        </p:nvGrpSpPr>
        <p:grpSpPr>
          <a:xfrm rot="-507319">
            <a:off x="7528980" y="3175832"/>
            <a:ext cx="6907638" cy="4927064"/>
            <a:chOff x="0" y="0"/>
            <a:chExt cx="9210184" cy="6569418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9210184" cy="6569418"/>
            </a:xfrm>
            <a:prstGeom prst="rect">
              <a:avLst/>
            </a:prstGeom>
            <a:solidFill>
              <a:srgbClr val="423B3B">
                <a:alpha val="5686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-542298">
            <a:off x="7366289" y="3001870"/>
            <a:ext cx="6919940" cy="4953889"/>
            <a:chOff x="0" y="0"/>
            <a:chExt cx="9226587" cy="660518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620" t="0" r="620" b="0"/>
            <a:stretch>
              <a:fillRect/>
            </a:stretch>
          </p:blipFill>
          <p:spPr>
            <a:xfrm>
              <a:off x="0" y="0"/>
              <a:ext cx="9226587" cy="66051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DAFDoERMw64</dc:identifier>
  <dcterms:modified xsi:type="dcterms:W3CDTF">2011-08-01T06:04:30Z</dcterms:modified>
  <cp:revision>1</cp:revision>
  <dc:title>Why Workshop - July Masterclass</dc:title>
</cp:coreProperties>
</file>