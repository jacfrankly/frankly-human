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12"/>
  </p:sldIdLst>
  <p:sldSz cx="15113000" cy="10693400"/>
  <p:notesSz cx="6858000" cy="9144000"/>
  <p:embeddedFontLst>
    <p:embeddedFont>
      <p:font typeface="Knewave" charset="1" panose="02000806000000020004"/>
      <p:regular r:id="rId6"/>
    </p:embeddedFont>
    <p:embeddedFont>
      <p:font typeface="Special Elite" charset="1" panose="02000506000000020004"/>
      <p:regular r:id="rId7"/>
    </p:embeddedFont>
    <p:embeddedFont>
      <p:font typeface="Arimo" charset="1" panose="020B0604020202020204"/>
      <p:regular r:id="rId8"/>
    </p:embeddedFont>
    <p:embeddedFont>
      <p:font typeface="Arimo Bold" charset="1" panose="020B0704020202020204"/>
      <p:regular r:id="rId9"/>
    </p:embeddedFont>
    <p:embeddedFont>
      <p:font typeface="Arimo Italics" charset="1" panose="020B0604020202090204"/>
      <p:regular r:id="rId10"/>
    </p:embeddedFont>
    <p:embeddedFont>
      <p:font typeface="Arimo Bold Italics" charset="1" panose="020B07040202020902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slides/slide1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Heck yes, it was me once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10.png" Type="http://schemas.openxmlformats.org/officeDocument/2006/relationships/image"/><Relationship Id="rId13" Target="../media/image11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rcRect l="2838" t="0" r="2862" b="-42"/>
          <a:stretch>
            <a:fillRect/>
          </a:stretch>
        </p:blipFill>
        <p:spPr>
          <a:xfrm>
            <a:off x="0" y="0"/>
            <a:ext cx="15113000" cy="10693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179628" y="1477079"/>
            <a:ext cx="2980681" cy="59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4"/>
              </a:lnSpc>
            </a:pPr>
            <a:r>
              <a:rPr lang="en-US" sz="3403">
                <a:solidFill>
                  <a:srgbClr val="000000"/>
                </a:solidFill>
                <a:latin typeface="Special Elite"/>
              </a:rPr>
              <a:t>... is that me?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60309" y="7339788"/>
            <a:ext cx="2811628" cy="2740119"/>
            <a:chOff x="0" y="0"/>
            <a:chExt cx="3748838" cy="3653492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0" t="0" r="0" b="0"/>
            <a:stretch>
              <a:fillRect/>
            </a:stretch>
          </p:blipFill>
          <p:spPr>
            <a:xfrm flipH="true" flipV="false" rot="10584315">
              <a:off x="323188" y="2265031"/>
              <a:ext cx="3388747" cy="1283488"/>
            </a:xfrm>
            <a:prstGeom prst="rect">
              <a:avLst/>
            </a:prstGeom>
          </p:spPr>
        </p:pic>
        <p:sp>
          <p:nvSpPr>
            <p:cNvPr name="TextBox 6" id="6"/>
            <p:cNvSpPr txBox="true"/>
            <p:nvPr/>
          </p:nvSpPr>
          <p:spPr>
            <a:xfrm rot="0">
              <a:off x="374278" y="2552227"/>
              <a:ext cx="3286566" cy="651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18"/>
                </a:lnSpc>
                <a:spcBef>
                  <a:spcPct val="0"/>
                </a:spcBef>
              </a:pPr>
              <a:r>
                <a:rPr lang="en-US" sz="2941">
                  <a:solidFill>
                    <a:srgbClr val="000000"/>
                  </a:solidFill>
                  <a:latin typeface="Knewave"/>
                </a:rPr>
                <a:t>Comparison</a:t>
              </a:r>
            </a:p>
          </p:txBody>
        </p:sp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8437180">
              <a:off x="425595" y="642086"/>
              <a:ext cx="2871903" cy="2369320"/>
            </a:xfrm>
            <a:prstGeom prst="rect">
              <a:avLst/>
            </a:prstGeom>
          </p:spPr>
        </p:pic>
        <p:sp>
          <p:nvSpPr>
            <p:cNvPr name="TextBox 8" id="8"/>
            <p:cNvSpPr txBox="true"/>
            <p:nvPr/>
          </p:nvSpPr>
          <p:spPr>
            <a:xfrm rot="0">
              <a:off x="633723" y="1390837"/>
              <a:ext cx="2455647" cy="651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18"/>
                </a:lnSpc>
                <a:spcBef>
                  <a:spcPct val="0"/>
                </a:spcBef>
              </a:pPr>
              <a:r>
                <a:rPr lang="en-US" sz="2941">
                  <a:solidFill>
                    <a:srgbClr val="000000"/>
                  </a:solidFill>
                  <a:latin typeface="Knewave"/>
                </a:rPr>
                <a:t>Pressure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11067" y="6916499"/>
            <a:ext cx="2259056" cy="1456592"/>
            <a:chOff x="0" y="0"/>
            <a:chExt cx="3012075" cy="1942122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10658164">
              <a:off x="36334" y="59845"/>
              <a:ext cx="2939407" cy="1822432"/>
            </a:xfrm>
            <a:prstGeom prst="rect">
              <a:avLst/>
            </a:prstGeom>
          </p:spPr>
        </p:pic>
        <p:sp>
          <p:nvSpPr>
            <p:cNvPr name="TextBox 11" id="11"/>
            <p:cNvSpPr txBox="true"/>
            <p:nvPr/>
          </p:nvSpPr>
          <p:spPr>
            <a:xfrm rot="0">
              <a:off x="368793" y="507235"/>
              <a:ext cx="2274489" cy="651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18"/>
                </a:lnSpc>
                <a:spcBef>
                  <a:spcPct val="0"/>
                </a:spcBef>
              </a:pPr>
              <a:r>
                <a:rPr lang="en-US" sz="2941">
                  <a:solidFill>
                    <a:srgbClr val="000000"/>
                  </a:solidFill>
                  <a:latin typeface="Knewave"/>
                </a:rPr>
                <a:t>Not sure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021936" y="6666274"/>
            <a:ext cx="2541560" cy="673513"/>
            <a:chOff x="0" y="0"/>
            <a:chExt cx="3388747" cy="898018"/>
          </a:xfrm>
        </p:grpSpPr>
        <p:pic>
          <p:nvPicPr>
            <p:cNvPr name="Picture 13" id="13"/>
            <p:cNvPicPr>
              <a:picLocks noChangeAspect="true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0" y="0"/>
              <a:ext cx="3388747" cy="898018"/>
            </a:xfrm>
            <a:prstGeom prst="rect">
              <a:avLst/>
            </a:prstGeom>
          </p:spPr>
        </p:pic>
        <p:sp>
          <p:nvSpPr>
            <p:cNvPr name="TextBox 14" id="14"/>
            <p:cNvSpPr txBox="true"/>
            <p:nvPr/>
          </p:nvSpPr>
          <p:spPr>
            <a:xfrm rot="0">
              <a:off x="558776" y="-20915"/>
              <a:ext cx="2085603" cy="651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18"/>
                </a:lnSpc>
                <a:spcBef>
                  <a:spcPct val="0"/>
                </a:spcBef>
              </a:pPr>
              <a:r>
                <a:rPr lang="en-US" sz="2941">
                  <a:solidFill>
                    <a:srgbClr val="000000"/>
                  </a:solidFill>
                  <a:latin typeface="Knewave"/>
                </a:rPr>
                <a:t>Treadmill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95192" y="5018752"/>
            <a:ext cx="2490807" cy="2490807"/>
            <a:chOff x="0" y="0"/>
            <a:chExt cx="3321075" cy="3321075"/>
          </a:xfrm>
        </p:grpSpPr>
        <p:pic>
          <p:nvPicPr>
            <p:cNvPr name="Picture 16" id="16"/>
            <p:cNvPicPr>
              <a:picLocks noChangeAspect="true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-8100000">
              <a:off x="677505" y="295215"/>
              <a:ext cx="1966065" cy="2730645"/>
            </a:xfrm>
            <a:prstGeom prst="rect">
              <a:avLst/>
            </a:prstGeom>
          </p:spPr>
        </p:pic>
        <p:sp>
          <p:nvSpPr>
            <p:cNvPr name="TextBox 17" id="17"/>
            <p:cNvSpPr txBox="true"/>
            <p:nvPr/>
          </p:nvSpPr>
          <p:spPr>
            <a:xfrm rot="0">
              <a:off x="616960" y="1287339"/>
              <a:ext cx="1731276" cy="651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18"/>
                </a:lnSpc>
                <a:spcBef>
                  <a:spcPct val="0"/>
                </a:spcBef>
              </a:pPr>
              <a:r>
                <a:rPr lang="en-US" sz="2941">
                  <a:solidFill>
                    <a:srgbClr val="000000"/>
                  </a:solidFill>
                  <a:latin typeface="Knewave"/>
                </a:rPr>
                <a:t>Neutral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DAFDoERMw64</dc:identifier>
  <dcterms:modified xsi:type="dcterms:W3CDTF">2011-08-01T06:04:30Z</dcterms:modified>
  <cp:revision>1</cp:revision>
  <dc:title>Why Workshop - July Masterclass</dc:title>
</cp:coreProperties>
</file>