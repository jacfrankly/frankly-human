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17"/>
  </p:sldIdLst>
  <p:sldSz cx="15113000" cy="10693400"/>
  <p:notesSz cx="6858000" cy="9144000"/>
  <p:embeddedFontLst>
    <p:embeddedFont>
      <p:font typeface="Glacial Indifference" charset="1" panose="00000000000000000000"/>
      <p:regular r:id="rId6"/>
    </p:embeddedFont>
    <p:embeddedFont>
      <p:font typeface="Glacial Indifference Bold" charset="1" panose="00000800000000000000"/>
      <p:regular r:id="rId7"/>
    </p:embeddedFont>
    <p:embeddedFont>
      <p:font typeface="Glacial Indifference Italics" charset="1" panose="00000000000000000000"/>
      <p:regular r:id="rId8"/>
    </p:embeddedFont>
    <p:embeddedFont>
      <p:font typeface="Glacial Indifference Bold Italics" charset="1" panose="00000800000000000000"/>
      <p:regular r:id="rId9"/>
    </p:embeddedFont>
    <p:embeddedFont>
      <p:font typeface="Knewave" charset="1" panose="02000806000000020004"/>
      <p:regular r:id="rId10"/>
    </p:embeddedFont>
    <p:embeddedFont>
      <p:font typeface="Arimo" charset="1" panose="020B0604020202020204"/>
      <p:regular r:id="rId11"/>
    </p:embeddedFont>
    <p:embeddedFont>
      <p:font typeface="Arimo Bold" charset="1" panose="020B0704020202020204"/>
      <p:regular r:id="rId12"/>
    </p:embeddedFont>
    <p:embeddedFont>
      <p:font typeface="Arimo Italics" charset="1" panose="020B0604020202090204"/>
      <p:regular r:id="rId13"/>
    </p:embeddedFont>
    <p:embeddedFont>
      <p:font typeface="Arimo Bold Italics" charset="1" panose="020B0704020202090204"/>
      <p:regular r:id="rId14"/>
    </p:embeddedFont>
    <p:embeddedFont>
      <p:font typeface="Eczar SemiBold" charset="1" panose="02000603040300000004"/>
      <p:regular r:id="rId15"/>
    </p:embeddedFont>
    <p:embeddedFont>
      <p:font typeface="Eczar SemiBold Bold" charset="1" panose="0200060304030000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slides/slide1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Assuming participants haven't read the reflective questions.</a:t>
            </a:r>
          </a:p>
          <a:p>
            <a:pPr lvl="0"/>
            <a:r>
              <a:rPr lang="en-US"/>
              <a:t/>
            </a:r>
          </a:p>
          <a:p>
            <a:pPr lvl="0"/>
            <a:r>
              <a:rPr lang="en-US"/>
              <a:t>A reminder that taking time to tune into our emotions is key to navigating and defining what is right for you. </a:t>
            </a:r>
          </a:p>
          <a:p>
            <a:pPr lvl="0"/>
            <a:r>
              <a:rPr lang="en-US"/>
              <a:t/>
            </a:r>
          </a:p>
          <a:p>
            <a:pPr lvl="0"/>
            <a:r>
              <a:rPr lang="en-US"/>
              <a:t>Use your body and your emotion to guide your attention.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16.png" Type="http://schemas.openxmlformats.org/officeDocument/2006/relationships/image"/><Relationship Id="rId19" Target="../media/image17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95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3361724" y="8972700"/>
            <a:ext cx="1883894" cy="1883894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979878" y="9742141"/>
            <a:ext cx="2381845" cy="306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1791">
                <a:solidFill>
                  <a:srgbClr val="17292F"/>
                </a:solidFill>
                <a:latin typeface="Glacial Indifference"/>
              </a:rPr>
              <a:t> www.franklyhuman.com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31335" y="5393625"/>
            <a:ext cx="8457331" cy="227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78"/>
              </a:lnSpc>
            </a:pPr>
            <a:r>
              <a:rPr lang="en-US" spc="543" sz="5434">
                <a:solidFill>
                  <a:srgbClr val="000000"/>
                </a:solidFill>
                <a:latin typeface="Knewave"/>
              </a:rPr>
              <a:t>Did I have any intense emotions about my answers?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52806" y="8105210"/>
            <a:ext cx="330195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Glacial Indifference"/>
              </a:rPr>
              <a:t>#reflection</a:t>
            </a:r>
          </a:p>
        </p:txBody>
      </p:sp>
      <p:grpSp>
        <p:nvGrpSpPr>
          <p:cNvPr name="Group 6" id="6"/>
          <p:cNvGrpSpPr/>
          <p:nvPr/>
        </p:nvGrpSpPr>
        <p:grpSpPr>
          <a:xfrm rot="635668">
            <a:off x="9401202" y="2272724"/>
            <a:ext cx="4011547" cy="2902742"/>
            <a:chOff x="0" y="0"/>
            <a:chExt cx="5348729" cy="3870322"/>
          </a:xfrm>
        </p:grpSpPr>
        <p:sp>
          <p:nvSpPr>
            <p:cNvPr name="AutoShape 7" id="7"/>
            <p:cNvSpPr/>
            <p:nvPr/>
          </p:nvSpPr>
          <p:spPr>
            <a:xfrm>
              <a:off x="0" y="0"/>
              <a:ext cx="5348729" cy="3870322"/>
            </a:xfrm>
            <a:prstGeom prst="rect">
              <a:avLst/>
            </a:prstGeom>
            <a:solidFill>
              <a:srgbClr val="423B3B">
                <a:alpha val="56863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608033">
            <a:off x="9267657" y="2154888"/>
            <a:ext cx="4076830" cy="2918546"/>
            <a:chOff x="0" y="0"/>
            <a:chExt cx="5435773" cy="3891394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620" t="0" r="620" b="0"/>
            <a:stretch>
              <a:fillRect/>
            </a:stretch>
          </p:blipFill>
          <p:spPr>
            <a:xfrm>
              <a:off x="0" y="0"/>
              <a:ext cx="5435773" cy="3891394"/>
            </a:xfrm>
            <a:prstGeom prst="rect">
              <a:avLst/>
            </a:prstGeom>
          </p:spPr>
        </p:pic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t="4480" r="2093" b="0"/>
          <a:stretch>
            <a:fillRect/>
          </a:stretch>
        </p:blipFill>
        <p:spPr>
          <a:xfrm flipH="false" flipV="false" rot="-3327463">
            <a:off x="9593740" y="3672049"/>
            <a:ext cx="770327" cy="1016873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alphaModFix amt="6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3327463">
            <a:off x="9664302" y="4022833"/>
            <a:ext cx="434268" cy="352152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2030022">
            <a:off x="9661699" y="3919088"/>
            <a:ext cx="778829" cy="244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082"/>
              </a:lnSpc>
            </a:pPr>
            <a:r>
              <a:rPr lang="en-US" sz="1487">
                <a:solidFill>
                  <a:srgbClr val="423B3B"/>
                </a:solidFill>
                <a:latin typeface="Eczar SemiBold"/>
              </a:rPr>
              <a:t>Brilliant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3459585">
            <a:off x="10083674" y="4424016"/>
            <a:ext cx="166718" cy="135194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279649">
            <a:off x="5772758" y="1537854"/>
            <a:ext cx="3997354" cy="2902742"/>
            <a:chOff x="0" y="0"/>
            <a:chExt cx="5329805" cy="3870322"/>
          </a:xfrm>
        </p:grpSpPr>
        <p:sp>
          <p:nvSpPr>
            <p:cNvPr name="AutoShape 15" id="15"/>
            <p:cNvSpPr/>
            <p:nvPr/>
          </p:nvSpPr>
          <p:spPr>
            <a:xfrm>
              <a:off x="0" y="0"/>
              <a:ext cx="5329805" cy="3870322"/>
            </a:xfrm>
            <a:prstGeom prst="rect">
              <a:avLst/>
            </a:prstGeom>
            <a:solidFill>
              <a:srgbClr val="423B3B">
                <a:alpha val="56863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314834">
            <a:off x="5646384" y="1418261"/>
            <a:ext cx="4076830" cy="2918546"/>
            <a:chOff x="0" y="0"/>
            <a:chExt cx="5435773" cy="3891394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10"/>
            <a:srcRect l="620" t="0" r="620" b="0"/>
            <a:stretch>
              <a:fillRect/>
            </a:stretch>
          </p:blipFill>
          <p:spPr>
            <a:xfrm>
              <a:off x="0" y="0"/>
              <a:ext cx="5435773" cy="3891394"/>
            </a:xfrm>
            <a:prstGeom prst="rect">
              <a:avLst/>
            </a:prstGeom>
          </p:spPr>
        </p:pic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rcRect l="0" t="4480" r="1886" b="0"/>
          <a:stretch>
            <a:fillRect/>
          </a:stretch>
        </p:blipFill>
        <p:spPr>
          <a:xfrm flipH="false" flipV="false" rot="-3363280">
            <a:off x="6153140" y="3151326"/>
            <a:ext cx="786355" cy="1035843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alphaModFix amt="6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3261408">
            <a:off x="6292522" y="3427769"/>
            <a:ext cx="501692" cy="446506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1916004">
            <a:off x="6236208" y="3313816"/>
            <a:ext cx="578136" cy="270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231"/>
              </a:lnSpc>
            </a:pPr>
            <a:r>
              <a:rPr lang="en-US" sz="1594">
                <a:solidFill>
                  <a:srgbClr val="423B3B"/>
                </a:solidFill>
                <a:latin typeface="Eczar SemiBold"/>
              </a:rPr>
              <a:t>Brave</a:t>
            </a:r>
          </a:p>
        </p:txBody>
      </p:sp>
      <p:grpSp>
        <p:nvGrpSpPr>
          <p:cNvPr name="Group 21" id="21"/>
          <p:cNvGrpSpPr/>
          <p:nvPr/>
        </p:nvGrpSpPr>
        <p:grpSpPr>
          <a:xfrm rot="-507319">
            <a:off x="1774382" y="2070489"/>
            <a:ext cx="4069582" cy="2902742"/>
            <a:chOff x="0" y="0"/>
            <a:chExt cx="5426109" cy="3870322"/>
          </a:xfrm>
        </p:grpSpPr>
        <p:sp>
          <p:nvSpPr>
            <p:cNvPr name="AutoShape 22" id="22"/>
            <p:cNvSpPr/>
            <p:nvPr/>
          </p:nvSpPr>
          <p:spPr>
            <a:xfrm>
              <a:off x="0" y="0"/>
              <a:ext cx="5426109" cy="3870322"/>
            </a:xfrm>
            <a:prstGeom prst="rect">
              <a:avLst/>
            </a:prstGeom>
            <a:solidFill>
              <a:srgbClr val="423B3B">
                <a:alpha val="56863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-542298">
            <a:off x="1678534" y="1968000"/>
            <a:ext cx="4076830" cy="2918546"/>
            <a:chOff x="0" y="0"/>
            <a:chExt cx="5435773" cy="3891394"/>
          </a:xfrm>
        </p:grpSpPr>
        <p:pic>
          <p:nvPicPr>
            <p:cNvPr name="Picture 24" id="24"/>
            <p:cNvPicPr>
              <a:picLocks noChangeAspect="true"/>
            </p:cNvPicPr>
            <p:nvPr/>
          </p:nvPicPr>
          <p:blipFill>
            <a:blip r:embed="rId13"/>
            <a:srcRect l="620" t="0" r="620" b="0"/>
            <a:stretch>
              <a:fillRect/>
            </a:stretch>
          </p:blipFill>
          <p:spPr>
            <a:xfrm>
              <a:off x="0" y="0"/>
              <a:ext cx="5435773" cy="3891394"/>
            </a:xfrm>
            <a:prstGeom prst="rect">
              <a:avLst/>
            </a:prstGeom>
          </p:spPr>
        </p:pic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rcRect l="0" t="4480" r="1679" b="0"/>
          <a:stretch>
            <a:fillRect/>
          </a:stretch>
        </p:blipFill>
        <p:spPr>
          <a:xfrm flipH="false" flipV="false" rot="-3494245">
            <a:off x="2149462" y="3871741"/>
            <a:ext cx="771877" cy="1014631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3815250">
            <a:off x="2273480" y="3975608"/>
            <a:ext cx="490313" cy="77063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3494245">
            <a:off x="2643120" y="4606055"/>
            <a:ext cx="148340" cy="233148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1913123">
            <a:off x="2224819" y="4027163"/>
            <a:ext cx="475022" cy="25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119"/>
              </a:lnSpc>
            </a:pPr>
            <a:r>
              <a:rPr lang="en-US" sz="1513">
                <a:solidFill>
                  <a:srgbClr val="423B3B"/>
                </a:solidFill>
                <a:latin typeface="Eczar SemiBold"/>
              </a:rPr>
              <a:t>Bold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0" t="0" r="0" b="0"/>
          <a:stretch>
            <a:fillRect/>
          </a:stretch>
        </p:blipFill>
        <p:spPr>
          <a:xfrm flipH="false" flipV="false" rot="-3261408">
            <a:off x="6679092" y="3929945"/>
            <a:ext cx="156629" cy="139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DAFDoERMw64</dc:identifier>
  <dcterms:modified xsi:type="dcterms:W3CDTF">2011-08-01T06:04:30Z</dcterms:modified>
  <cp:revision>1</cp:revision>
  <dc:title>Why Workshop - July Masterclass</dc:title>
</cp:coreProperties>
</file>