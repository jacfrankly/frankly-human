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13"/>
  </p:sldIdLst>
  <p:sldSz cx="15113000" cy="10693400"/>
  <p:notesSz cx="6858000" cy="9144000"/>
  <p:embeddedFontLst>
    <p:embeddedFont>
      <p:font typeface="Knewave" charset="1" panose="02000806000000020004"/>
      <p:regular r:id="rId6"/>
    </p:embeddedFont>
    <p:embeddedFont>
      <p:font typeface="Arimo" charset="1" panose="020B0604020202020204"/>
      <p:regular r:id="rId7"/>
    </p:embeddedFont>
    <p:embeddedFont>
      <p:font typeface="Arimo Bold" charset="1" panose="020B0704020202020204"/>
      <p:regular r:id="rId8"/>
    </p:embeddedFont>
    <p:embeddedFont>
      <p:font typeface="Arimo Italics" charset="1" panose="020B0604020202090204"/>
      <p:regular r:id="rId9"/>
    </p:embeddedFont>
    <p:embeddedFont>
      <p:font typeface="Arimo Bold Italics" charset="1" panose="020B0704020202090204"/>
      <p:regular r:id="rId10"/>
    </p:embeddedFont>
    <p:embeddedFont>
      <p:font typeface="Darker Grotesque" charset="1" panose="00000000000000000000"/>
      <p:regular r:id="rId11"/>
    </p:embeddedFont>
    <p:embeddedFont>
      <p:font typeface="Darker Grotesque Bol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slides/slide1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-3 Words (values)</a:t>
            </a:r>
          </a:p>
          <a:p>
            <a:pPr lvl="0"/>
            <a:r>
              <a:rPr lang="en-US"/>
              <a:t>-3 Actions</a:t>
            </a:r>
          </a:p>
          <a:p>
            <a:pPr lvl="0"/>
            <a:r>
              <a:rPr lang="en-US"/>
              <a:t>- 1 Why</a:t>
            </a:r>
          </a:p>
          <a:p>
            <a:pPr lvl="0"/>
            <a:r>
              <a:rPr lang="en-US"/>
              <a:t>-Designing purpose and values into life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620272"/>
            <a:ext cx="15120000" cy="3806343"/>
            <a:chOff x="0" y="0"/>
            <a:chExt cx="6282972" cy="158169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6282972" cy="1581690"/>
            </a:xfrm>
            <a:custGeom>
              <a:avLst/>
              <a:gdLst/>
              <a:ahLst/>
              <a:cxnLst/>
              <a:rect r="r" b="b" t="t" l="l"/>
              <a:pathLst>
                <a:path h="1581690" w="6282972">
                  <a:moveTo>
                    <a:pt x="0" y="0"/>
                  </a:moveTo>
                  <a:lnTo>
                    <a:pt x="6282972" y="0"/>
                  </a:lnTo>
                  <a:lnTo>
                    <a:pt x="6282972" y="1581690"/>
                  </a:lnTo>
                  <a:lnTo>
                    <a:pt x="0" y="1581690"/>
                  </a:lnTo>
                  <a:close/>
                </a:path>
              </a:pathLst>
            </a:custGeom>
            <a:solidFill>
              <a:srgbClr val="FF399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3085" y="5232811"/>
            <a:ext cx="2962349" cy="2737812"/>
            <a:chOff x="0" y="0"/>
            <a:chExt cx="3949799" cy="3650416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1534202" y="0"/>
              <a:ext cx="878222" cy="878222"/>
            </a:xfrm>
            <a:prstGeom prst="rect">
              <a:avLst/>
            </a:prstGeom>
          </p:spPr>
        </p:pic>
        <p:sp>
          <p:nvSpPr>
            <p:cNvPr name="TextBox 6" id="6"/>
            <p:cNvSpPr txBox="true"/>
            <p:nvPr/>
          </p:nvSpPr>
          <p:spPr>
            <a:xfrm rot="0">
              <a:off x="0" y="1366206"/>
              <a:ext cx="3949799" cy="2284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5"/>
                </a:lnSpc>
              </a:pPr>
              <a:r>
                <a:rPr lang="en-US" spc="38" sz="2768">
                  <a:solidFill>
                    <a:srgbClr val="000000"/>
                  </a:solidFill>
                  <a:latin typeface="Darker Grotesque Bold"/>
                </a:rPr>
                <a:t>YOUR WORDS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pc="33" sz="2399">
                  <a:solidFill>
                    <a:srgbClr val="000000"/>
                  </a:solidFill>
                  <a:latin typeface="Darker Grotesque"/>
                </a:rPr>
                <a:t>Build on your reflection to define </a:t>
              </a:r>
              <a:r>
                <a:rPr lang="en-US" spc="33" sz="2399">
                  <a:solidFill>
                    <a:srgbClr val="000000"/>
                  </a:solidFill>
                  <a:latin typeface="Darker Grotesque Bold"/>
                </a:rPr>
                <a:t>3 values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134555" y="6245559"/>
            <a:ext cx="2914126" cy="172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pc="204" sz="2768">
                <a:solidFill>
                  <a:srgbClr val="000000"/>
                </a:solidFill>
                <a:latin typeface="Darker Grotesque Bold"/>
              </a:rPr>
              <a:t>YOUR ACTIONS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pc="33" sz="2399">
                <a:solidFill>
                  <a:srgbClr val="000000"/>
                </a:solidFill>
                <a:latin typeface="Darker Grotesque Bold"/>
              </a:rPr>
              <a:t>3 aligned actions </a:t>
            </a:r>
            <a:r>
              <a:rPr lang="en-US" spc="33" sz="2399">
                <a:solidFill>
                  <a:srgbClr val="000000"/>
                </a:solidFill>
                <a:latin typeface="Darker Grotesque"/>
              </a:rPr>
              <a:t>you can take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6035" y="2141014"/>
            <a:ext cx="11007929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Knewave"/>
              </a:rPr>
              <a:t>What You Can Expect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571917" y="5076265"/>
            <a:ext cx="971758" cy="971758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567802" y="6245559"/>
            <a:ext cx="2979988" cy="172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pc="38" sz="2768">
                <a:solidFill>
                  <a:srgbClr val="000000"/>
                </a:solidFill>
                <a:latin typeface="Darker Grotesque Bold"/>
              </a:rPr>
              <a:t>YOUR WHY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pc="33" sz="2399">
                <a:solidFill>
                  <a:srgbClr val="000000"/>
                </a:solidFill>
                <a:latin typeface="Darker Grotesque Bold"/>
              </a:rPr>
              <a:t>1 statement </a:t>
            </a:r>
            <a:r>
              <a:rPr lang="en-US" spc="33" sz="2399">
                <a:solidFill>
                  <a:srgbClr val="000000"/>
                </a:solidFill>
                <a:latin typeface="Darker Grotesque"/>
              </a:rPr>
              <a:t>that reflects your values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2071026" y="5063262"/>
            <a:ext cx="971758" cy="971758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066911" y="6232556"/>
            <a:ext cx="2979988" cy="172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pc="38" sz="2768">
                <a:solidFill>
                  <a:srgbClr val="000000"/>
                </a:solidFill>
                <a:latin typeface="Darker Grotesque Bold"/>
              </a:rPr>
              <a:t>LIFE DESIGN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pc="33" sz="2399">
                <a:solidFill>
                  <a:srgbClr val="000000"/>
                </a:solidFill>
                <a:latin typeface="Darker Grotesque"/>
              </a:rPr>
              <a:t>Purposeful progress to prototype in life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5105739" y="5076265"/>
            <a:ext cx="971758" cy="971758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639561" y="5076265"/>
            <a:ext cx="971758" cy="971758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48381" y="5018988"/>
            <a:ext cx="97175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Darker Grotesque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5739" y="5018988"/>
            <a:ext cx="97175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Darker Grotesque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3097" y="5018988"/>
            <a:ext cx="97175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Darker Grotesqu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0456" y="5018988"/>
            <a:ext cx="97175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Darker Grotesque Bold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DAFDoERMw64</dc:identifier>
  <dcterms:modified xsi:type="dcterms:W3CDTF">2011-08-01T06:04:30Z</dcterms:modified>
  <cp:revision>1</cp:revision>
  <dc:title>Why Workshop - July Masterclass</dc:title>
</cp:coreProperties>
</file>