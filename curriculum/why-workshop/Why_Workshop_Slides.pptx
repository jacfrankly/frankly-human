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WHY WORKSHOP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Compassionate by Design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5852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Jacinta McMahon  ·  by Frankly Human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6304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82880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 there! I'm Jacinta.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Mum. Researcher. Human Centred Designer.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8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solve problems with people for people using empathy and evidence to create real solutions that make a difference to life and the world.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0" y="1737360"/>
            <a:ext cx="1463040" cy="14630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8784" y="2066544"/>
            <a:ext cx="804672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875520" y="2926080"/>
            <a:ext cx="1463040" cy="14630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04704" y="3255264"/>
            <a:ext cx="804672" cy="8046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229600" y="4114800"/>
            <a:ext cx="1463040" cy="14630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4443984"/>
            <a:ext cx="804672" cy="8046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863840" y="5852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franklyhuman.com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Expect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73736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31620" y="1965960"/>
            <a:ext cx="1005840" cy="10058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7934" y="2192274"/>
            <a:ext cx="553212" cy="5532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WORDS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60120" y="37947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on your reflection to define 3 values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566160" y="173736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66260" y="1965960"/>
            <a:ext cx="1005840" cy="10058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574" y="2192274"/>
            <a:ext cx="553212" cy="5532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0332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74904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ACTIONS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94760" y="37947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aligned actions you can take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0" y="173736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200900" y="1965960"/>
            <a:ext cx="1005840" cy="10058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14" y="2192274"/>
            <a:ext cx="553212" cy="55321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3796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8368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WHY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629400" y="37947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statement that reflects your values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9235440" y="1737360"/>
            <a:ext cx="2606040" cy="3840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35540" y="1965960"/>
            <a:ext cx="1005840" cy="1005840"/>
          </a:xfrm>
          <a:prstGeom prst="ellipse">
            <a:avLst/>
          </a:prstGeom>
          <a:solidFill>
            <a:srgbClr val="FAF6F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1854" y="2192274"/>
            <a:ext cx="553212" cy="55321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72600" y="18288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9418320" y="320040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LIFE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9464040" y="3794760"/>
            <a:ext cx="2148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Purposeful progress to prototype in life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mistakes people inadvertently make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trying to live a purposeful &amp; passionate life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508760" y="228600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 </a:t>
            </a:r>
            <a:pPr indent="0" marL="0">
              <a:buNone/>
            </a:pPr>
            <a:r>
              <a:rPr lang="en-US" sz="1500" dirty="0">
                <a:solidFill>
                  <a:srgbClr val="F0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Measuring your life against someone else's version of 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08760" y="30632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Pressure  </a:t>
            </a:r>
            <a:pPr indent="0" marL="0">
              <a:buNone/>
            </a:pPr>
            <a:r>
              <a:rPr lang="en-US" sz="1500" dirty="0">
                <a:solidFill>
                  <a:srgbClr val="F0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Feeling pushed rather than pulled toward what matters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3886200"/>
            <a:ext cx="457200" cy="45720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08760" y="384048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sure  </a:t>
            </a:r>
            <a:pPr indent="0" marL="0">
              <a:buNone/>
            </a:pPr>
            <a:r>
              <a:rPr lang="en-US" sz="1500" dirty="0">
                <a:solidFill>
                  <a:srgbClr val="F0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Mistaking early-stage uncertainty for something being wrong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2960" y="4663440"/>
            <a:ext cx="457200" cy="45720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08760" y="46177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Treadmill  </a:t>
            </a:r>
            <a:pPr indent="0" marL="0">
              <a:buNone/>
            </a:pPr>
            <a:r>
              <a:rPr lang="en-US" sz="1500" dirty="0">
                <a:solidFill>
                  <a:srgbClr val="F0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without direction — busy but not moving toward anything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457200" cy="45720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440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539496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  </a:t>
            </a:r>
            <a:pPr indent="0" marL="0">
              <a:buNone/>
            </a:pPr>
            <a:r>
              <a:rPr lang="en-US" sz="1500" dirty="0">
                <a:solidFill>
                  <a:srgbClr val="F0E3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numb rather than choosing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...is that me?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31520" y="42062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 with it for a second before we start.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Your Values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what's true. Cross out what's not. Star your top 3.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68096" y="145389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5" name="Text 3"/>
          <p:cNvSpPr/>
          <p:nvPr/>
        </p:nvSpPr>
        <p:spPr>
          <a:xfrm>
            <a:off x="768096" y="145389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Authenticity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295144" y="145389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7" name="Text 5"/>
          <p:cNvSpPr/>
          <p:nvPr/>
        </p:nvSpPr>
        <p:spPr>
          <a:xfrm>
            <a:off x="2295144" y="145389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22192" y="145389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9" name="Text 7"/>
          <p:cNvSpPr/>
          <p:nvPr/>
        </p:nvSpPr>
        <p:spPr>
          <a:xfrm>
            <a:off x="3822192" y="145389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Adventure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349240" y="145389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1" name="Text 9"/>
          <p:cNvSpPr/>
          <p:nvPr/>
        </p:nvSpPr>
        <p:spPr>
          <a:xfrm>
            <a:off x="5349240" y="145389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Authority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76288" y="145389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3" name="Text 11"/>
          <p:cNvSpPr/>
          <p:nvPr/>
        </p:nvSpPr>
        <p:spPr>
          <a:xfrm>
            <a:off x="6876288" y="145389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403336" y="145389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5" name="Text 13"/>
          <p:cNvSpPr/>
          <p:nvPr/>
        </p:nvSpPr>
        <p:spPr>
          <a:xfrm>
            <a:off x="8403336" y="145389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930384" y="145389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7" name="Text 15"/>
          <p:cNvSpPr/>
          <p:nvPr/>
        </p:nvSpPr>
        <p:spPr>
          <a:xfrm>
            <a:off x="9930384" y="145389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68096" y="202082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" y="202082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Boldness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95144" y="202082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21" name="Text 19"/>
          <p:cNvSpPr/>
          <p:nvPr/>
        </p:nvSpPr>
        <p:spPr>
          <a:xfrm>
            <a:off x="2295144" y="202082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Compassion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22192" y="202082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23" name="Text 21"/>
          <p:cNvSpPr/>
          <p:nvPr/>
        </p:nvSpPr>
        <p:spPr>
          <a:xfrm>
            <a:off x="3822192" y="202082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49240" y="202082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25" name="Text 23"/>
          <p:cNvSpPr/>
          <p:nvPr/>
        </p:nvSpPr>
        <p:spPr>
          <a:xfrm>
            <a:off x="5349240" y="202082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Citizenship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876288" y="202082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27" name="Text 25"/>
          <p:cNvSpPr/>
          <p:nvPr/>
        </p:nvSpPr>
        <p:spPr>
          <a:xfrm>
            <a:off x="6876288" y="202082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403336" y="202082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29" name="Text 27"/>
          <p:cNvSpPr/>
          <p:nvPr/>
        </p:nvSpPr>
        <p:spPr>
          <a:xfrm>
            <a:off x="8403336" y="202082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930384" y="202082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31" name="Text 29"/>
          <p:cNvSpPr/>
          <p:nvPr/>
        </p:nvSpPr>
        <p:spPr>
          <a:xfrm>
            <a:off x="9930384" y="202082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68096" y="258775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33" name="Text 31"/>
          <p:cNvSpPr/>
          <p:nvPr/>
        </p:nvSpPr>
        <p:spPr>
          <a:xfrm>
            <a:off x="768096" y="258775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Creativity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295144" y="258775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35" name="Text 33"/>
          <p:cNvSpPr/>
          <p:nvPr/>
        </p:nvSpPr>
        <p:spPr>
          <a:xfrm>
            <a:off x="2295144" y="258775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Curiosity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822192" y="258775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37" name="Text 35"/>
          <p:cNvSpPr/>
          <p:nvPr/>
        </p:nvSpPr>
        <p:spPr>
          <a:xfrm>
            <a:off x="3822192" y="258775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Determination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349240" y="258775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258775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76288" y="258775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41" name="Text 39"/>
          <p:cNvSpPr/>
          <p:nvPr/>
        </p:nvSpPr>
        <p:spPr>
          <a:xfrm>
            <a:off x="6876288" y="258775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403336" y="258775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43" name="Text 41"/>
          <p:cNvSpPr/>
          <p:nvPr/>
        </p:nvSpPr>
        <p:spPr>
          <a:xfrm>
            <a:off x="8403336" y="258775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Experimentation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9930384" y="258775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45" name="Text 43"/>
          <p:cNvSpPr/>
          <p:nvPr/>
        </p:nvSpPr>
        <p:spPr>
          <a:xfrm>
            <a:off x="9930384" y="258775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68096" y="315468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47" name="Text 45"/>
          <p:cNvSpPr/>
          <p:nvPr/>
        </p:nvSpPr>
        <p:spPr>
          <a:xfrm>
            <a:off x="768096" y="315468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295144" y="315468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49" name="Text 47"/>
          <p:cNvSpPr/>
          <p:nvPr/>
        </p:nvSpPr>
        <p:spPr>
          <a:xfrm>
            <a:off x="2295144" y="315468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822192" y="315468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51" name="Text 49"/>
          <p:cNvSpPr/>
          <p:nvPr/>
        </p:nvSpPr>
        <p:spPr>
          <a:xfrm>
            <a:off x="3822192" y="315468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Friendships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5349240" y="315468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53" name="Text 51"/>
          <p:cNvSpPr/>
          <p:nvPr/>
        </p:nvSpPr>
        <p:spPr>
          <a:xfrm>
            <a:off x="5349240" y="315468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876288" y="315468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55" name="Text 53"/>
          <p:cNvSpPr/>
          <p:nvPr/>
        </p:nvSpPr>
        <p:spPr>
          <a:xfrm>
            <a:off x="6876288" y="315468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8403336" y="315468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57" name="Text 55"/>
          <p:cNvSpPr/>
          <p:nvPr/>
        </p:nvSpPr>
        <p:spPr>
          <a:xfrm>
            <a:off x="8403336" y="315468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Happiness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9930384" y="315468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59" name="Text 57"/>
          <p:cNvSpPr/>
          <p:nvPr/>
        </p:nvSpPr>
        <p:spPr>
          <a:xfrm>
            <a:off x="9930384" y="315468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68096" y="3721608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61" name="Text 59"/>
          <p:cNvSpPr/>
          <p:nvPr/>
        </p:nvSpPr>
        <p:spPr>
          <a:xfrm>
            <a:off x="768096" y="3721608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Humour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2295144" y="3721608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63" name="Text 61"/>
          <p:cNvSpPr/>
          <p:nvPr/>
        </p:nvSpPr>
        <p:spPr>
          <a:xfrm>
            <a:off x="2295144" y="3721608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822192" y="3721608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65" name="Text 63"/>
          <p:cNvSpPr/>
          <p:nvPr/>
        </p:nvSpPr>
        <p:spPr>
          <a:xfrm>
            <a:off x="3822192" y="3721608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Inner Harmony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349240" y="3721608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67" name="Text 65"/>
          <p:cNvSpPr/>
          <p:nvPr/>
        </p:nvSpPr>
        <p:spPr>
          <a:xfrm>
            <a:off x="5349240" y="3721608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Justice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876288" y="3721608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69" name="Text 67"/>
          <p:cNvSpPr/>
          <p:nvPr/>
        </p:nvSpPr>
        <p:spPr>
          <a:xfrm>
            <a:off x="6876288" y="3721608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Kindness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8403336" y="3721608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71" name="Text 69"/>
          <p:cNvSpPr/>
          <p:nvPr/>
        </p:nvSpPr>
        <p:spPr>
          <a:xfrm>
            <a:off x="8403336" y="3721608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9930384" y="3721608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73" name="Text 71"/>
          <p:cNvSpPr/>
          <p:nvPr/>
        </p:nvSpPr>
        <p:spPr>
          <a:xfrm>
            <a:off x="9930384" y="3721608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68096" y="428853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75" name="Text 73"/>
          <p:cNvSpPr/>
          <p:nvPr/>
        </p:nvSpPr>
        <p:spPr>
          <a:xfrm>
            <a:off x="768096" y="428853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2295144" y="428853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77" name="Text 75"/>
          <p:cNvSpPr/>
          <p:nvPr/>
        </p:nvSpPr>
        <p:spPr>
          <a:xfrm>
            <a:off x="2295144" y="428853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Love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822192" y="428853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79" name="Text 77"/>
          <p:cNvSpPr/>
          <p:nvPr/>
        </p:nvSpPr>
        <p:spPr>
          <a:xfrm>
            <a:off x="3822192" y="428853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Loyalty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349240" y="428853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81" name="Text 79"/>
          <p:cNvSpPr/>
          <p:nvPr/>
        </p:nvSpPr>
        <p:spPr>
          <a:xfrm>
            <a:off x="5349240" y="428853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Meaningful Work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6876288" y="428853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83" name="Text 81"/>
          <p:cNvSpPr/>
          <p:nvPr/>
        </p:nvSpPr>
        <p:spPr>
          <a:xfrm>
            <a:off x="6876288" y="428853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Openness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8403336" y="428853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85" name="Text 83"/>
          <p:cNvSpPr/>
          <p:nvPr/>
        </p:nvSpPr>
        <p:spPr>
          <a:xfrm>
            <a:off x="8403336" y="428853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Optimism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9930384" y="4288536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87" name="Text 85"/>
          <p:cNvSpPr/>
          <p:nvPr/>
        </p:nvSpPr>
        <p:spPr>
          <a:xfrm>
            <a:off x="9930384" y="4288536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Peace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768096" y="485546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89" name="Text 87"/>
          <p:cNvSpPr/>
          <p:nvPr/>
        </p:nvSpPr>
        <p:spPr>
          <a:xfrm>
            <a:off x="768096" y="485546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Pleasure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2295144" y="485546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91" name="Text 89"/>
          <p:cNvSpPr/>
          <p:nvPr/>
        </p:nvSpPr>
        <p:spPr>
          <a:xfrm>
            <a:off x="2295144" y="485546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Poise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822192" y="485546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93" name="Text 91"/>
          <p:cNvSpPr/>
          <p:nvPr/>
        </p:nvSpPr>
        <p:spPr>
          <a:xfrm>
            <a:off x="3822192" y="485546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Popularity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349240" y="485546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95" name="Text 93"/>
          <p:cNvSpPr/>
          <p:nvPr/>
        </p:nvSpPr>
        <p:spPr>
          <a:xfrm>
            <a:off x="5349240" y="485546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Recognition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876288" y="485546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97" name="Text 95"/>
          <p:cNvSpPr/>
          <p:nvPr/>
        </p:nvSpPr>
        <p:spPr>
          <a:xfrm>
            <a:off x="6876288" y="485546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Religion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8403336" y="485546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99" name="Text 97"/>
          <p:cNvSpPr/>
          <p:nvPr/>
        </p:nvSpPr>
        <p:spPr>
          <a:xfrm>
            <a:off x="8403336" y="485546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9930384" y="4855464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01" name="Text 99"/>
          <p:cNvSpPr/>
          <p:nvPr/>
        </p:nvSpPr>
        <p:spPr>
          <a:xfrm>
            <a:off x="9930384" y="4855464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Respect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768096" y="542239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03" name="Text 101"/>
          <p:cNvSpPr/>
          <p:nvPr/>
        </p:nvSpPr>
        <p:spPr>
          <a:xfrm>
            <a:off x="768096" y="542239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2295144" y="542239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05" name="Text 103"/>
          <p:cNvSpPr/>
          <p:nvPr/>
        </p:nvSpPr>
        <p:spPr>
          <a:xfrm>
            <a:off x="2295144" y="542239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3822192" y="542239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07" name="Text 105"/>
          <p:cNvSpPr/>
          <p:nvPr/>
        </p:nvSpPr>
        <p:spPr>
          <a:xfrm>
            <a:off x="3822192" y="542239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Self-Respect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5349240" y="542239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09" name="Text 107"/>
          <p:cNvSpPr/>
          <p:nvPr/>
        </p:nvSpPr>
        <p:spPr>
          <a:xfrm>
            <a:off x="5349240" y="542239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6876288" y="542239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11" name="Text 109"/>
          <p:cNvSpPr/>
          <p:nvPr/>
        </p:nvSpPr>
        <p:spPr>
          <a:xfrm>
            <a:off x="6876288" y="542239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Spirituality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8403336" y="542239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13" name="Text 111"/>
          <p:cNvSpPr/>
          <p:nvPr/>
        </p:nvSpPr>
        <p:spPr>
          <a:xfrm>
            <a:off x="8403336" y="542239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9930384" y="5422392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15" name="Text 113"/>
          <p:cNvSpPr/>
          <p:nvPr/>
        </p:nvSpPr>
        <p:spPr>
          <a:xfrm>
            <a:off x="9930384" y="5422392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768096" y="598932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17" name="Text 115"/>
          <p:cNvSpPr/>
          <p:nvPr/>
        </p:nvSpPr>
        <p:spPr>
          <a:xfrm>
            <a:off x="768096" y="598932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2295144" y="598932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19" name="Text 117"/>
          <p:cNvSpPr/>
          <p:nvPr/>
        </p:nvSpPr>
        <p:spPr>
          <a:xfrm>
            <a:off x="2295144" y="598932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Trustworthiness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3822192" y="598932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21" name="Text 119"/>
          <p:cNvSpPr/>
          <p:nvPr/>
        </p:nvSpPr>
        <p:spPr>
          <a:xfrm>
            <a:off x="3822192" y="598932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Wealth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5349240" y="5989320"/>
            <a:ext cx="1453896" cy="493776"/>
          </a:xfrm>
          <a:prstGeom prst="roundRect">
            <a:avLst>
              <a:gd name="adj" fmla="val 9259"/>
            </a:avLst>
          </a:prstGeom>
          <a:solidFill>
            <a:srgbClr val="FAF6F0"/>
          </a:solidFill>
          <a:ln/>
        </p:spPr>
      </p:sp>
      <p:sp>
        <p:nvSpPr>
          <p:cNvPr id="123" name="Text 121"/>
          <p:cNvSpPr/>
          <p:nvPr/>
        </p:nvSpPr>
        <p:spPr>
          <a:xfrm>
            <a:off x="5349240" y="5989320"/>
            <a:ext cx="145389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Wisdom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 I have any intense emotions about my answers?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#reflection — Charge is signal.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2834640"/>
            <a:ext cx="3017520" cy="2194560"/>
          </a:xfrm>
          <a:prstGeom prst="roundRect">
            <a:avLst>
              <a:gd name="adj" fmla="val 6250"/>
            </a:avLst>
          </a:prstGeom>
          <a:solidFill>
            <a:srgbClr val="5C2354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83464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Brilliant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0" y="2834640"/>
            <a:ext cx="3017520" cy="2194560"/>
          </a:xfrm>
          <a:prstGeom prst="roundRect">
            <a:avLst>
              <a:gd name="adj" fmla="val 6250"/>
            </a:avLst>
          </a:prstGeom>
          <a:solidFill>
            <a:srgbClr val="5C235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0" y="283464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046720" y="2834640"/>
            <a:ext cx="3017520" cy="2194560"/>
          </a:xfrm>
          <a:prstGeom prst="roundRect">
            <a:avLst>
              <a:gd name="adj" fmla="val 6250"/>
            </a:avLst>
          </a:prstGeom>
          <a:solidFill>
            <a:srgbClr val="5C2354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0" y="2834640"/>
            <a:ext cx="3017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Bold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You Experiencing These Values?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Good, the Bad, and the Ugly.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80260" y="2148840"/>
            <a:ext cx="731520" cy="731520"/>
          </a:xfrm>
          <a:prstGeom prst="ellipse">
            <a:avLst/>
          </a:prstGeom>
          <a:solidFill>
            <a:srgbClr val="E8437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0632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51560" y="36118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— showing up the way you want it 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83580" y="2148840"/>
            <a:ext cx="731520" cy="731520"/>
          </a:xfrm>
          <a:prstGeom prst="ellipse">
            <a:avLst/>
          </a:prstGeom>
          <a:solidFill>
            <a:srgbClr val="4A1942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30632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36118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Activated — there's tension you feel but haven't resolved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486900" y="2148840"/>
            <a:ext cx="731520" cy="731520"/>
          </a:xfrm>
          <a:prstGeom prst="ellipse">
            <a:avLst/>
          </a:prstGeom>
          <a:solidFill>
            <a:srgbClr val="8A7A85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3063240"/>
            <a:ext cx="3429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UGLY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58200" y="3611880"/>
            <a:ext cx="2788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Absent — missing entirely from how you're living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MOMENTS OF TRUTH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Want To Do More Of?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830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an action or opportunity to act for each of your 3 values.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big or small, personal or professional, dream or reality.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069848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3200400"/>
            <a:ext cx="97840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want to do more of?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impact of those actions — the ripple effect on yourself and others?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Crafting My Why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ongoing process. Tweak it as priorities and interests change.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4A19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1945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To…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269748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[take these actions]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7280" y="34747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that…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97280" y="397764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8B9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[I have this impact]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920240"/>
            <a:ext cx="5303520" cy="4023360"/>
          </a:xfrm>
          <a:prstGeom prst="roundRect">
            <a:avLst>
              <a:gd name="adj" fmla="val 2727"/>
            </a:avLst>
          </a:prstGeom>
          <a:solidFill>
            <a:srgbClr val="FAF6F0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an example: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92240" y="269748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authentically share my gifts,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2240" y="361188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that others may realise their gifts can make a difference.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A19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5C235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changes,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nothing changes.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4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#how-might-we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to Design to Me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8A7A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modules. 4 layers. A life built on your terms.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23774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4A1942"/>
          </a:solidFill>
          <a:ln/>
        </p:spPr>
      </p:sp>
      <p:sp>
        <p:nvSpPr>
          <p:cNvPr id="5" name="Shape 3"/>
          <p:cNvSpPr/>
          <p:nvPr/>
        </p:nvSpPr>
        <p:spPr>
          <a:xfrm>
            <a:off x="1508760" y="260604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4500" y="28117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29000" y="23774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4A1942"/>
          </a:solidFill>
          <a:ln/>
        </p:spPr>
      </p:sp>
      <p:sp>
        <p:nvSpPr>
          <p:cNvPr id="9" name="Shape 6"/>
          <p:cNvSpPr/>
          <p:nvPr/>
        </p:nvSpPr>
        <p:spPr>
          <a:xfrm>
            <a:off x="4206240" y="260604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28117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2900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26480" y="23774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4A1942"/>
          </a:solidFill>
          <a:ln/>
        </p:spPr>
      </p:sp>
      <p:sp>
        <p:nvSpPr>
          <p:cNvPr id="13" name="Shape 9"/>
          <p:cNvSpPr/>
          <p:nvPr/>
        </p:nvSpPr>
        <p:spPr>
          <a:xfrm>
            <a:off x="6903720" y="260604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9460" y="2811780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12648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AGENCY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823960" y="2377440"/>
            <a:ext cx="2468880" cy="2011680"/>
          </a:xfrm>
          <a:prstGeom prst="roundRect">
            <a:avLst>
              <a:gd name="adj" fmla="val 4545"/>
            </a:avLst>
          </a:prstGeom>
          <a:solidFill>
            <a:srgbClr val="4A1942"/>
          </a:solidFill>
          <a:ln/>
        </p:spPr>
      </p:sp>
      <p:sp>
        <p:nvSpPr>
          <p:cNvPr id="17" name="Shape 12"/>
          <p:cNvSpPr/>
          <p:nvPr/>
        </p:nvSpPr>
        <p:spPr>
          <a:xfrm>
            <a:off x="9601200" y="2606040"/>
            <a:ext cx="914400" cy="914400"/>
          </a:xfrm>
          <a:prstGeom prst="ellipse">
            <a:avLst/>
          </a:prstGeom>
          <a:solidFill>
            <a:srgbClr val="5C2354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940" y="28117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82396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19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 a personal consult with Jac  →  franklyjac.live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Why Workshop</dc:title>
  <dc:subject>PptxGenJS Presentation</dc:subject>
  <dc:creator>Jacinta McMahon</dc:creator>
  <cp:lastModifiedBy>Jacinta McMahon</cp:lastModifiedBy>
  <cp:revision>1</cp:revision>
  <dcterms:created xsi:type="dcterms:W3CDTF">2026-07-03T05:24:16Z</dcterms:created>
  <dcterms:modified xsi:type="dcterms:W3CDTF">2026-07-03T05:24:16Z</dcterms:modified>
</cp:coreProperties>
</file>