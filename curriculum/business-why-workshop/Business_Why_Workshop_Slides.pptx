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WHY WORKSHOP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 into Business Design Reset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Jacinta McMahon  ·  by Frankly Human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Jacinta.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Design by trade, regional business owner by choice.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help business owners solve problems with people, for people — using empathy and evidence to build something that actually fits the life you chose.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4" y="2066544"/>
            <a:ext cx="804672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75520" y="292608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3255264"/>
            <a:ext cx="804672" cy="8046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0" y="411480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4443984"/>
            <a:ext cx="804672" cy="8046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6384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franklyhuman.com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Expect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934" y="2192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your reflection to define 3 business values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6616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574" y="2192274"/>
            <a:ext cx="553212" cy="5532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9476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aligned actions you can take in the business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090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14" y="2192274"/>
            <a:ext cx="553212" cy="5532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2940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statement that reflects your business values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23544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3554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854" y="2192274"/>
            <a:ext cx="553212" cy="5532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1832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BUSINESS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6404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Purposeful progress to prototype in the business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mistakes regional business owners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inadvertently make chasing someone else's version of success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22860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your business to a metro playbook that was never built for regional constraints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0632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on pressure instead of purpose — treadmill growth with no destination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840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"not sure yet" means something's wrong, rather than that it's just early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617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Mistaking busyness for progress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394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Believing the business has to look a certain way to count as "real" success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...is that me?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with it for a second before we start.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Your 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what's true. Cross out what's not. Star your top 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6384" y="179222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79222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79222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79222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65776" y="179222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9" name="Text 7"/>
          <p:cNvSpPr/>
          <p:nvPr/>
        </p:nvSpPr>
        <p:spPr>
          <a:xfrm>
            <a:off x="5065776" y="179222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05472" y="179222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11" name="Text 9"/>
          <p:cNvSpPr/>
          <p:nvPr/>
        </p:nvSpPr>
        <p:spPr>
          <a:xfrm>
            <a:off x="7205472" y="179222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45168" y="179222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345168" y="179222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" y="2505456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505456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0" y="2505456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505456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65776" y="2505456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776" y="2505456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05472" y="2505456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2505456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45168" y="2505456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23" name="Text 21"/>
          <p:cNvSpPr/>
          <p:nvPr/>
        </p:nvSpPr>
        <p:spPr>
          <a:xfrm>
            <a:off x="9345168" y="2505456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6384" y="3218688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3218688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926080" y="3218688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3218688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65776" y="3218688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3218688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05472" y="3218688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31" name="Text 29"/>
          <p:cNvSpPr/>
          <p:nvPr/>
        </p:nvSpPr>
        <p:spPr>
          <a:xfrm>
            <a:off x="7205472" y="3218688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345168" y="3218688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33" name="Text 31"/>
          <p:cNvSpPr/>
          <p:nvPr/>
        </p:nvSpPr>
        <p:spPr>
          <a:xfrm>
            <a:off x="9345168" y="3218688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6384" y="3931920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3931920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926080" y="3931920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3931920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65776" y="3931920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39" name="Text 37"/>
          <p:cNvSpPr/>
          <p:nvPr/>
        </p:nvSpPr>
        <p:spPr>
          <a:xfrm>
            <a:off x="5065776" y="3931920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05472" y="3931920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41" name="Text 39"/>
          <p:cNvSpPr/>
          <p:nvPr/>
        </p:nvSpPr>
        <p:spPr>
          <a:xfrm>
            <a:off x="7205472" y="3931920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45168" y="3931920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43" name="Text 41"/>
          <p:cNvSpPr/>
          <p:nvPr/>
        </p:nvSpPr>
        <p:spPr>
          <a:xfrm>
            <a:off x="9345168" y="3931920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86384" y="4645152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4645152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926080" y="4645152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0" y="4645152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065776" y="4645152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49" name="Text 47"/>
          <p:cNvSpPr/>
          <p:nvPr/>
        </p:nvSpPr>
        <p:spPr>
          <a:xfrm>
            <a:off x="5065776" y="4645152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05472" y="4645152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1" name="Text 49"/>
          <p:cNvSpPr/>
          <p:nvPr/>
        </p:nvSpPr>
        <p:spPr>
          <a:xfrm>
            <a:off x="7205472" y="4645152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345168" y="4645152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3" name="Text 51"/>
          <p:cNvSpPr/>
          <p:nvPr/>
        </p:nvSpPr>
        <p:spPr>
          <a:xfrm>
            <a:off x="9345168" y="4645152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86384" y="535838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5" name="Text 53"/>
          <p:cNvSpPr/>
          <p:nvPr/>
        </p:nvSpPr>
        <p:spPr>
          <a:xfrm>
            <a:off x="786384" y="535838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2926080" y="535838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0" y="535838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065776" y="535838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59" name="Text 57"/>
          <p:cNvSpPr/>
          <p:nvPr/>
        </p:nvSpPr>
        <p:spPr>
          <a:xfrm>
            <a:off x="5065776" y="535838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205472" y="535838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61" name="Text 59"/>
          <p:cNvSpPr/>
          <p:nvPr/>
        </p:nvSpPr>
        <p:spPr>
          <a:xfrm>
            <a:off x="7205472" y="535838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345168" y="5358384"/>
            <a:ext cx="2029968" cy="603504"/>
          </a:xfrm>
          <a:prstGeom prst="roundRect">
            <a:avLst>
              <a:gd name="adj" fmla="val 9091"/>
            </a:avLst>
          </a:prstGeom>
          <a:solidFill>
            <a:srgbClr val="FAF6F0"/>
          </a:solidFill>
          <a:ln/>
        </p:spPr>
      </p:sp>
      <p:sp>
        <p:nvSpPr>
          <p:cNvPr id="63" name="Text 61"/>
          <p:cNvSpPr/>
          <p:nvPr/>
        </p:nvSpPr>
        <p:spPr>
          <a:xfrm>
            <a:off x="9345168" y="5358384"/>
            <a:ext cx="2029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Trustworthiness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have any intense reactions to my answers?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is signal.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4672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You Experiencing These Values?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of your top 3 across three states.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148840"/>
            <a:ext cx="731520" cy="73152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up the way you want it to, in the business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83580" y="2148840"/>
            <a:ext cx="731520" cy="731520"/>
          </a:xfrm>
          <a:prstGeom prst="ellipse">
            <a:avLst/>
          </a:prstGeom>
          <a:solidFill>
            <a:srgbClr val="4A1942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tension — you feel it but haven't resolved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86900" y="2148840"/>
            <a:ext cx="731520" cy="731520"/>
          </a:xfrm>
          <a:prstGeom prst="ellipse">
            <a:avLst/>
          </a:prstGeom>
          <a:solidFill>
            <a:srgbClr val="8A7A85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entirely from how the business runs today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OF TRUTH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one action or opportunity to act for each of your 3 values.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big or small, personal or professional, dream or reality.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0698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20040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 to do more of, in the business?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ripple effect of that action — on the business, customers, community?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Your Business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draft, not a destination. You'll tweak it as your business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[take these actions]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 have this impact]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an example: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authentically share my expertise,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other regional business owners realise their own version of success is possible.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nothing changes.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#how-might-we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Business Design Reset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modules. 4 layers. A business built on your terms.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8117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8117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13" name="Shape 9"/>
          <p:cNvSpPr/>
          <p:nvPr/>
        </p:nvSpPr>
        <p:spPr>
          <a:xfrm>
            <a:off x="690372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8117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2396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17" name="Shape 12"/>
          <p:cNvSpPr/>
          <p:nvPr/>
        </p:nvSpPr>
        <p:spPr>
          <a:xfrm>
            <a:off x="960120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28117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a personal consult with Jac  →  franklyjac.live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Why Workshop</dc:title>
  <dc:subject>PptxGenJS Presentation</dc:subject>
  <dc:creator>Jacinta McMahon</dc:creator>
  <cp:lastModifiedBy>Jacinta McMahon</cp:lastModifiedBy>
  <cp:revision>1</cp:revision>
  <dcterms:created xsi:type="dcterms:W3CDTF">2026-07-03T05:20:33Z</dcterms:created>
  <dcterms:modified xsi:type="dcterms:W3CDTF">2026-07-03T05:20:33Z</dcterms:modified>
</cp:coreProperties>
</file>