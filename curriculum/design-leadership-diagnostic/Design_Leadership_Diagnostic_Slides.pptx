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5C2354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5C235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LEADERSHIP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 into Design-Led: Leader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Jacinta McMahon  ·  by Frankly Human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was excellent. It still wasn't enough.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0698480" cy="3200400"/>
          </a:xfrm>
          <a:prstGeom prst="roundRect">
            <a:avLst>
              <a:gd name="adj" fmla="val 3429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2377440"/>
            <a:ext cx="9784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Head of Design spent eighteen months building a design system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actually used.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Adoption: 90%. Engineering loved it.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company set its three-year strategy —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 one thought to ask her into the room.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Diagnostic Gives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2011680"/>
            <a:ext cx="1097280" cy="109728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 READ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39776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real organisational power sits today, across three levers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34840" y="173736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32120" y="2011680"/>
            <a:ext cx="1097280" cy="109728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2258568"/>
            <a:ext cx="603504" cy="6035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TRAP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09160" y="39776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leadership pattern keeping you out of the room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73736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0" y="2011680"/>
            <a:ext cx="1097280" cy="109728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2258568"/>
            <a:ext cx="603504" cy="6035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PROFILE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321040" y="39776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Leadership Influence Profile — specific, not generic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 Runs Through Three Levers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your function honestly against each 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46120" cy="3017520"/>
          </a:xfrm>
          <a:prstGeom prst="roundRect">
            <a:avLst>
              <a:gd name="adj" fmla="val 4545"/>
            </a:avLst>
          </a:prstGeom>
          <a:solidFill>
            <a:srgbClr val="5C2354"/>
          </a:solidFill>
          <a:ln/>
        </p:spPr>
      </p:sp>
      <p:sp>
        <p:nvSpPr>
          <p:cNvPr id="5" name="Shape 3"/>
          <p:cNvSpPr/>
          <p:nvPr/>
        </p:nvSpPr>
        <p:spPr>
          <a:xfrm>
            <a:off x="1988820" y="2560320"/>
            <a:ext cx="914400" cy="914400"/>
          </a:xfrm>
          <a:prstGeom prst="ellipse">
            <a:avLst/>
          </a:prstGeom>
          <a:solidFill>
            <a:srgbClr val="7A3B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7660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7033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AUTHORITY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425196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shape spend, or just execute against someone else's?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377440"/>
            <a:ext cx="3246120" cy="3017520"/>
          </a:xfrm>
          <a:prstGeom prst="roundRect">
            <a:avLst>
              <a:gd name="adj" fmla="val 4545"/>
            </a:avLst>
          </a:prstGeom>
          <a:solidFill>
            <a:srgbClr val="5C2354"/>
          </a:solidFill>
          <a:ln/>
        </p:spPr>
      </p:sp>
      <p:sp>
        <p:nvSpPr>
          <p:cNvPr id="10" name="Shape 7"/>
          <p:cNvSpPr/>
          <p:nvPr/>
        </p:nvSpPr>
        <p:spPr>
          <a:xfrm>
            <a:off x="5554980" y="2560320"/>
            <a:ext cx="914400" cy="914400"/>
          </a:xfrm>
          <a:prstGeom prst="ellipse">
            <a:avLst/>
          </a:prstGeom>
          <a:solidFill>
            <a:srgbClr val="7A3B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7660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7033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INFLUENCE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425196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design shaping what's next, or reacting to it?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2377440"/>
            <a:ext cx="3246120" cy="3017520"/>
          </a:xfrm>
          <a:prstGeom prst="roundRect">
            <a:avLst>
              <a:gd name="adj" fmla="val 4545"/>
            </a:avLst>
          </a:prstGeom>
          <a:solidFill>
            <a:srgbClr val="5C2354"/>
          </a:solidFill>
          <a:ln/>
        </p:spPr>
      </p:sp>
      <p:sp>
        <p:nvSpPr>
          <p:cNvPr id="15" name="Shape 11"/>
          <p:cNvSpPr/>
          <p:nvPr/>
        </p:nvSpPr>
        <p:spPr>
          <a:xfrm>
            <a:off x="9121140" y="2560320"/>
            <a:ext cx="914400" cy="914400"/>
          </a:xfrm>
          <a:prstGeom prst="ellipse">
            <a:avLst/>
          </a:prstGeom>
          <a:solidFill>
            <a:srgbClr val="7A3B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7660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7033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TRUST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0" y="425196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in the room, or briefed after?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meeting weren't you in,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you should have been?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hypothetical. A specific one.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Leadership Traps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feels most true?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4A1942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943100"/>
            <a:ext cx="914400" cy="91440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1488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4767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 Department Trap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94560" y="240487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in to execute a decision already made elsewhere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320040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4A1942"/>
          </a:solidFill>
          <a:ln/>
        </p:spPr>
      </p:sp>
      <p:sp>
        <p:nvSpPr>
          <p:cNvPr id="10" name="Shape 7"/>
          <p:cNvSpPr/>
          <p:nvPr/>
        </p:nvSpPr>
        <p:spPr>
          <a:xfrm>
            <a:off x="1051560" y="3360420"/>
            <a:ext cx="914400" cy="91440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35661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4560" y="336499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Factory Manager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194560" y="382219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velocity and output, not outcomes or strategy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31520" y="461772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4A1942"/>
          </a:solidFill>
          <a:ln/>
        </p:spPr>
      </p:sp>
      <p:sp>
        <p:nvSpPr>
          <p:cNvPr id="15" name="Shape 11"/>
          <p:cNvSpPr/>
          <p:nvPr/>
        </p:nvSpPr>
        <p:spPr>
          <a:xfrm>
            <a:off x="1051560" y="4777740"/>
            <a:ext cx="914400" cy="91440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49834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94560" y="478231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Silent Expert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194560" y="523951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the strategic opinion, has learned not to offer it uninvited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ROOM WAS LOST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That Cost?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6984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24028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do when you found out? What did you want to do?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that cost — the decision's quality, your team's standing, or your own trajectory?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the organisation withholding the room, or you no longer asking for it?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Leadership Influence Profile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category. A diagnosis.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4A194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9456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“You've built the credibility. You haven't been given the room.”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411480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team executes brilliantly and gets consulted last.”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5C235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being the service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being the function that shapes how the business thinks.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Design-Led: Leader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language. Organisational influence. Leadership capability.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3246120" cy="2194560"/>
          </a:xfrm>
          <a:prstGeom prst="roundRect">
            <a:avLst>
              <a:gd name="adj" fmla="val 4167"/>
            </a:avLst>
          </a:prstGeom>
          <a:solidFill>
            <a:srgbClr val="4A194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PROGRAM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34747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89120" y="2468880"/>
            <a:ext cx="3246120" cy="2194560"/>
          </a:xfrm>
          <a:prstGeom prst="roundRect">
            <a:avLst>
              <a:gd name="adj" fmla="val 4167"/>
            </a:avLst>
          </a:prstGeom>
          <a:solidFill>
            <a:srgbClr val="4A19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COACHING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34747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55280" y="2468880"/>
            <a:ext cx="3246120" cy="2194560"/>
          </a:xfrm>
          <a:prstGeom prst="roundRect">
            <a:avLst>
              <a:gd name="adj" fmla="val 4167"/>
            </a:avLst>
          </a:prstGeom>
          <a:solidFill>
            <a:srgbClr val="4A1942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LICENSING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0" y="34747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$25,000–$50,000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 a personal consult with Jac  →  franklyjac.live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Design Leadership Diagnostic</dc:title>
  <dc:subject>PptxGenJS Presentation</dc:subject>
  <dc:creator>Jacinta McMahon</dc:creator>
  <cp:lastModifiedBy>Jacinta McMahon</cp:lastModifiedBy>
  <cp:revision>1</cp:revision>
  <dcterms:created xsi:type="dcterms:W3CDTF">2026-07-03T05:48:38Z</dcterms:created>
  <dcterms:modified xsi:type="dcterms:W3CDTF">2026-07-03T05:48:38Z</dcterms:modified>
</cp:coreProperties>
</file>